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3"/>
    <p:restoredTop sz="96303"/>
  </p:normalViewPr>
  <p:slideViewPr>
    <p:cSldViewPr snapToGrid="0">
      <p:cViewPr varScale="1">
        <p:scale>
          <a:sx n="89" d="100"/>
          <a:sy n="89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C2937-CCC1-4D4D-8620-788A59F5701A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22B52-47B5-DB4C-9DAC-7131FBFB93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12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069A1-1C8C-284E-4FE0-17CDF75B4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918931"/>
            <a:ext cx="10515600" cy="2386584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E6929-DA1B-3C6F-7FFC-785440A89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398606"/>
            <a:ext cx="10515600" cy="1655762"/>
          </a:xfr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B36BEBF-C12E-F10C-AD90-75D0244A20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8232"/>
            <a:ext cx="1655064" cy="227985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6D1A217B-D1B4-4E89-CA3F-EBFF1C266D35}"/>
              </a:ext>
            </a:extLst>
          </p:cNvPr>
          <p:cNvGrpSpPr/>
          <p:nvPr userDrawn="1"/>
        </p:nvGrpSpPr>
        <p:grpSpPr>
          <a:xfrm>
            <a:off x="4625546" y="-882364"/>
            <a:ext cx="2940909" cy="1719072"/>
            <a:chOff x="4235937" y="5998464"/>
            <a:chExt cx="2940909" cy="1719072"/>
          </a:xfrm>
        </p:grpSpPr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9B567168-9523-F440-E8B1-67A4AAAB67AE}"/>
                </a:ext>
              </a:extLst>
            </p:cNvPr>
            <p:cNvSpPr/>
            <p:nvPr userDrawn="1"/>
          </p:nvSpPr>
          <p:spPr>
            <a:xfrm>
              <a:off x="4235937" y="5998464"/>
              <a:ext cx="877330" cy="171907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A875E9F6-59F8-B757-A600-34DDC2A0D7B8}"/>
                </a:ext>
              </a:extLst>
            </p:cNvPr>
            <p:cNvSpPr/>
            <p:nvPr userDrawn="1"/>
          </p:nvSpPr>
          <p:spPr>
            <a:xfrm>
              <a:off x="5267726" y="5998464"/>
              <a:ext cx="877330" cy="171907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ounded Rectangle 64">
              <a:extLst>
                <a:ext uri="{FF2B5EF4-FFF2-40B4-BE49-F238E27FC236}">
                  <a16:creationId xmlns:a16="http://schemas.microsoft.com/office/drawing/2014/main" id="{672E6500-5B0E-D3A0-291A-101C640620A6}"/>
                </a:ext>
              </a:extLst>
            </p:cNvPr>
            <p:cNvSpPr/>
            <p:nvPr userDrawn="1"/>
          </p:nvSpPr>
          <p:spPr>
            <a:xfrm>
              <a:off x="6299516" y="5998464"/>
              <a:ext cx="877330" cy="171907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B0BFDEB9-2E42-5B56-7E96-D501DA9460AD}"/>
              </a:ext>
            </a:extLst>
          </p:cNvPr>
          <p:cNvSpPr/>
          <p:nvPr userDrawn="1"/>
        </p:nvSpPr>
        <p:spPr>
          <a:xfrm rot="5400000">
            <a:off x="-2286000" y="3200400"/>
            <a:ext cx="457200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B4F4064-BDDE-E391-2D09-FDAA024B0A8D}"/>
              </a:ext>
            </a:extLst>
          </p:cNvPr>
          <p:cNvGrpSpPr/>
          <p:nvPr userDrawn="1"/>
        </p:nvGrpSpPr>
        <p:grpSpPr>
          <a:xfrm>
            <a:off x="10994898" y="5502548"/>
            <a:ext cx="1197102" cy="1512786"/>
            <a:chOff x="7556500" y="1881188"/>
            <a:chExt cx="1197102" cy="151278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FEB1923-F76F-9EB5-AF20-A590ECFAD6D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4D03FC0-3469-C890-A2CA-8CD5A8171D3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4D6A9F9C-C592-8E4A-6CE5-EB7586D81D8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4C38B54A-1445-E4E7-B55B-FB1488EED6E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018EA19B-A8EE-56A7-2316-A8344A031ED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E2F9A92-2B40-4277-9517-A9744D30A4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F26C09B-9F69-2327-E41A-F45D59ABA00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64C717A-3BFB-525C-B23E-B80698409F7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33EC0FEB-E234-81B8-84CE-CB57149D964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1804D67-8D36-ABD8-8CFA-14770E504C4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FAF53893-EA6C-3BB4-B228-39696FB685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655B730-1B0F-1415-DD5D-D9A5FE943FE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9CE35DC-422E-9112-D456-08121DC0B1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922DF3FE-7B4C-7BBB-91BF-2F6FDB3E95B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9856C0C4-C37A-7DE5-763E-948E7E62D3E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0046908-9706-B86B-AC32-3ADA152E3E4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4D9ADAD8-6970-DFFD-FE16-6B73D9026BB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9632B66B-C43B-E97B-DAE6-DAAB1D896E1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7E6D25F-E9F6-2CBC-151C-3BF54656CE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A1AEA86E-C3FD-7BCD-0EA4-796DBB1AB18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2A92CEB7-11EB-3517-1100-431FF9ABD66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CFAF600-4490-C7E5-550D-7CBC71A6D55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16BD891B-7D6B-A634-306C-0C9B71CA19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FD19691D-FF99-6359-CCEE-0543F7A563B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2A126886-4277-C76B-6543-2AE86DAF0C8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97AFDFFF-BDFA-DED5-FD6C-A8F8FCC657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EB60E14-1032-4872-899B-29D623B09D3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F595A40B-5E44-E0C3-C403-4AEFE219B83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EA10D507-0F60-DE69-8457-476931358A7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715E4913-B08A-F280-48D8-C8A0102DDB1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4D9CC77-257E-8939-9127-5CF4FDD6302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6B83A371-8B3F-CD0E-30F6-D2E72C606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2C7256D6-71A4-22B0-A031-B4014958865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47916CC1-546B-28A3-961A-B22E3198D3C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1ED01F77-F654-6CC3-932E-57CFF34F16E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F6194B5-F949-996F-4675-8EBA21FE126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C8B0401-FA8F-3AD8-60DA-E39743FC60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7EB0D0F0-8583-0E7A-156C-9853B1E81A8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6382FAD3-A747-E8F7-601E-62C80ECDD7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4036AB47-DF93-5EE5-FB85-DD68A9FD10F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C666421-7B44-2F36-19E6-DDB66CD80AF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74B4DD45-F52C-1B30-471F-059931FD0D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B2A7A95-C505-1219-19F7-419451635CB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AE77C2A7-CCBE-8793-003F-91D2C1067B7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6315883-81D1-76EE-B61A-3B40384EE6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C5747484-2567-47E8-1C53-31C75CF206F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656E16CB-D319-D224-8E47-B83275B529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F6848B2B-A76D-3685-8E4F-E02E22AFD26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8757D63F-3A9A-463F-62C2-17B4B895A5E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14734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069A1-1C8C-284E-4FE0-17CDF75B4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E6929-DA1B-3C6F-7FFC-785440A89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10515600" cy="1655762"/>
          </a:xfr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E99EE64-2D13-43D1-856F-9657717C83A7}"/>
              </a:ext>
            </a:extLst>
          </p:cNvPr>
          <p:cNvGrpSpPr/>
          <p:nvPr userDrawn="1"/>
        </p:nvGrpSpPr>
        <p:grpSpPr>
          <a:xfrm>
            <a:off x="4625546" y="5998464"/>
            <a:ext cx="2940909" cy="1719072"/>
            <a:chOff x="4235937" y="5998464"/>
            <a:chExt cx="2940909" cy="1719072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DCF6813F-D4DC-CBC2-0FB2-575DA77A992C}"/>
                </a:ext>
              </a:extLst>
            </p:cNvPr>
            <p:cNvSpPr/>
            <p:nvPr userDrawn="1"/>
          </p:nvSpPr>
          <p:spPr>
            <a:xfrm>
              <a:off x="4235937" y="5998464"/>
              <a:ext cx="877330" cy="171907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2FBE6C73-56DC-3C6A-6C2C-C65F6DAF9DE8}"/>
                </a:ext>
              </a:extLst>
            </p:cNvPr>
            <p:cNvSpPr/>
            <p:nvPr userDrawn="1"/>
          </p:nvSpPr>
          <p:spPr>
            <a:xfrm>
              <a:off x="5267726" y="5998464"/>
              <a:ext cx="877330" cy="171907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AFC5520B-D636-C56F-9343-23DC86AA3F4A}"/>
                </a:ext>
              </a:extLst>
            </p:cNvPr>
            <p:cNvSpPr/>
            <p:nvPr userDrawn="1"/>
          </p:nvSpPr>
          <p:spPr>
            <a:xfrm>
              <a:off x="6299516" y="5998464"/>
              <a:ext cx="877330" cy="1719072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EB36BEBF-C12E-F10C-AD90-75D0244A20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8232"/>
            <a:ext cx="1655064" cy="22798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DDBFF71-B0DB-B042-D019-CFEF9ACF96E5}"/>
              </a:ext>
            </a:extLst>
          </p:cNvPr>
          <p:cNvGrpSpPr/>
          <p:nvPr userDrawn="1"/>
        </p:nvGrpSpPr>
        <p:grpSpPr>
          <a:xfrm>
            <a:off x="10994898" y="11957"/>
            <a:ext cx="1197102" cy="1512786"/>
            <a:chOff x="7556500" y="1881188"/>
            <a:chExt cx="1197102" cy="1512786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7B114F9-C145-DD10-6243-B12446D9269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3C5B7CB-9416-31E3-74C6-E6FA0FDFB1F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0B7BA2B-1CF8-E3CA-663E-82687723FD8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CA12A5C-DE90-89D4-917C-E42583A2CB7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AB9C437-4A45-8454-5CFE-8AE6D6257CC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A0BD2E6-25E9-24C6-4CF8-80A49FCD68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A70DA8A-B723-36C7-E614-AC1FE878B5F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9A2E84D-B8A9-C05F-67E3-AE7BC482CA1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419A221-2D4E-3D01-B5ED-CF4D184D9DF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27CC32E-DC07-DBDD-D39F-661028C259C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80C69B3-EE54-D2C0-9DB7-41E03151B50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217273B-5331-A9BB-F48F-681FE59BB41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A9B35C2-5F9D-316C-7846-8F8594615E8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BE97BAF-ED9C-4F7A-B809-3E1BB1857CB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26C6D86-B4CE-8E41-9ABE-CBB0C0F5380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D5D5EAA0-292E-616B-3D7B-2FA920DCDFC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62BC637-CEA3-57CF-687C-CC6FBD719C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7C47768-68DB-97CD-75B6-FA0C0B6743C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CBE5540-290E-F7FE-A1D5-9E110694C7E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6D65713-A062-CDE9-5524-FEF80E2C445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55B63E1-C2DF-6832-7C0B-B307E46B8BD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B5BA711-56BD-B6FF-7438-CEC88A89737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458E4B9-31C1-E880-FFF9-D9D42972DF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015DD9D-876D-637F-30F6-2D3E50C6296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EB418C1-A685-DF1F-37CA-E0A061FFCE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181F5D1-A449-5605-5DF3-739515A43FD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B73E86B-1031-3303-BB23-25E627F3370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CB1918DA-DA9B-C4A7-3E3F-835862C1837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734A763-C175-0EF2-A6F2-34350E19CDB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D617505-DE30-C156-DE2F-6F49EAAC4E6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CC4E4D7-F852-33C2-12FA-5C092D177B3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E6B22B2-3751-491C-3A2D-7E4CB25EF9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1D03B3E-9362-4EDE-E655-DFBE7E8120E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5FF7151E-712D-3FFE-F600-D397752F417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42E66C91-1789-798F-7E83-82499BD4E17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5C4F536-5DED-47EF-E819-0CB5197B77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946BAF3-E635-87F5-25C8-7F851B63E9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0E56F70-4B6F-0A40-16DA-CDFE1D3B146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B4FFEE8-B16A-76AE-4314-1A50CE5C2B7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D2ACF588-0CCF-D377-374C-110F3F34154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013ED67-9557-2E01-6F21-DA70E67A575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262EAD2-6CD3-0E78-411C-FF35FA4E68D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E4F7486-67B3-738B-46D1-0BDF81F5D52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A360F01-5C4F-9114-A5CE-CD91D5A78BA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B8EA72D-AEC4-57E3-6D1E-A7679DB8C46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0CB5ED1-3662-6469-303C-A709C38574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33AB918D-62B9-92AB-AC9A-279628B6226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647F3991-E636-334F-A071-362723EF1BF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55A214C-32F5-39D0-7E82-011F5696B34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07858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mparison">
    <p:bg>
      <p:bgPr>
        <a:gradFill>
          <a:gsLst>
            <a:gs pos="0">
              <a:schemeClr val="bg1"/>
            </a:gs>
            <a:gs pos="100000">
              <a:schemeClr val="accent2">
                <a:lumMod val="20000"/>
                <a:lumOff val="8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F40DAD7D-B6FB-D016-8754-899B8B43E6A9}"/>
              </a:ext>
            </a:extLst>
          </p:cNvPr>
          <p:cNvGrpSpPr/>
          <p:nvPr userDrawn="1"/>
        </p:nvGrpSpPr>
        <p:grpSpPr>
          <a:xfrm>
            <a:off x="10994898" y="0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968A4D51-1AB7-6DFD-D383-AC33F381C92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3179671-E6BB-F457-40BB-0FBF119C9F8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7B02A36D-3F42-36DB-D4E9-25E7513872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1A1DBFE-0E4D-1D0C-163C-46DD5F7510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FF906362-1008-9883-854E-1C944792D6A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C26D3F6-4E17-4F5B-73ED-53D913163AE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62856F2-D7FB-76C6-1A05-3B6D8068184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2945B14-F9DC-74AA-9024-318010D89F7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AE34DDC5-3980-7780-B422-761F474E2BF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5FC0977-787F-C3C9-1EE3-F26CE3D62F4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98C0D9E0-CA92-CF78-5898-5A1A21BC41C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983EA6B-6E6D-ED45-1AD0-F8B510B97F0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D8AC2E58-3256-7E80-5815-91EB0DCA1B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E2005B5-5D34-6AEC-20FF-1191CF90F8D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820FB76-B8F4-E34F-FB23-303BAAC3B70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0662898-902D-4FA6-AEAB-77B9D69D85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502D337-1AD9-9A0A-5760-63F31ED021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5B65E1A4-8043-1589-3543-A251A7FADE3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7B4A8E30-71C4-7350-BB07-C9C82C624CD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C434A90-C1C1-8A6C-3374-5CACAEB04AA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6C92F55-F73A-C387-E1D7-33B72727399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0599F316-F50A-35DC-369D-89791DC80EE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477E5B4-5062-D373-59D8-B6CE3D1ABD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150E39B-300F-4264-6ED3-FB47F6CDD2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398D913A-4514-AC6D-EF81-C0D2276CB3B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C243A70D-C7A5-09B4-AAB8-F408886485B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FD8D0D40-1676-C633-C77C-D246367DEB6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8BDEF1D-9DDA-BE4E-540A-2F022D8802F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3FC0E3C-8A7D-FDEF-CFFE-F381BFC7991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587D0D9E-24D2-D957-972F-D2FC62C3E35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3CB2A444-F778-F134-7D41-F189214A878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9A199A79-EF90-75EA-77C7-14BBA379BE3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E068DFB-41B8-A5D9-3A57-51A8ED5F094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84FE1D0-2BD7-58CD-5D6E-DA9890CBF50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EC67822-E9D9-3301-8391-62A823995B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CE8CF80C-2672-3010-DDC0-52879F0331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2D059EFF-47F1-19E8-2EB9-73A3CB44120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322FB5F-2CE7-F4DA-EB92-BE913A3A0AD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CF02121E-8602-1FCB-0126-A683EDE81E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16C24AC-79B0-14D1-B960-753BA519468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62131C17-1192-EA77-AAFF-2D68081329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F766DF13-3150-DF26-9F09-9583EDF5196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EEB5B735-5AA6-C4C8-A410-B6A7D715AEC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09002DDA-7B40-D3CD-BDA4-3F871E9943A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7AB15E8A-3248-2761-FC1E-9A2D3BC2F46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7952515-E1DE-FDFA-B338-BB1817110D6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7FF9DED-A02F-4F0B-F470-4F2F2ABA359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C5B0DDB7-CC3B-50C6-8729-6D2F54A9A95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773DD317-5966-D05D-037B-205BCD5BB4C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B28D2963-E271-6A1F-6FBD-797997E7DAF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822959" y="2011680"/>
            <a:ext cx="457200" cy="338554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132E2FB-E46C-B363-702E-F5F41674C806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1280160" y="2435849"/>
            <a:ext cx="2743200" cy="640080"/>
          </a:xfr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Font typeface="System Font Regular"/>
              <a:buNone/>
              <a:defRPr sz="14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F88340B-5009-ACE5-A558-E6B395B3B30F}"/>
              </a:ext>
            </a:extLst>
          </p:cNvPr>
          <p:cNvSpPr/>
          <p:nvPr userDrawn="1"/>
        </p:nvSpPr>
        <p:spPr>
          <a:xfrm flipV="1">
            <a:off x="1371600" y="2322802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0703EAFF-E183-42B8-432B-FC12D7179D3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280161" y="2011680"/>
            <a:ext cx="2743199" cy="338554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5616D9FE-9939-1436-6CFE-A7633E2DBFE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480555" y="2011680"/>
            <a:ext cx="457200" cy="338554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1C22F99C-D4CE-5BD0-883B-E175649400EA}"/>
              </a:ext>
            </a:extLst>
          </p:cNvPr>
          <p:cNvSpPr>
            <a:spLocks noGrp="1"/>
          </p:cNvSpPr>
          <p:nvPr>
            <p:ph sz="half" idx="29"/>
          </p:nvPr>
        </p:nvSpPr>
        <p:spPr>
          <a:xfrm>
            <a:off x="4937756" y="2435849"/>
            <a:ext cx="2743200" cy="640080"/>
          </a:xfr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Font typeface="System Font Regular"/>
              <a:buNone/>
              <a:defRPr sz="14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662B3E9-5F86-CB30-D59A-1D02E3A8A348}"/>
              </a:ext>
            </a:extLst>
          </p:cNvPr>
          <p:cNvSpPr/>
          <p:nvPr userDrawn="1"/>
        </p:nvSpPr>
        <p:spPr>
          <a:xfrm flipV="1">
            <a:off x="5029196" y="2322802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96F44FE5-3C7B-FA61-F617-ECA0BA37EAC8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4937757" y="2011680"/>
            <a:ext cx="2743199" cy="338554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E9754CD-676F-F362-EC44-B36D02906D11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8138156" y="2011680"/>
            <a:ext cx="457200" cy="338554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7" name="Content Placeholder 3">
            <a:extLst>
              <a:ext uri="{FF2B5EF4-FFF2-40B4-BE49-F238E27FC236}">
                <a16:creationId xmlns:a16="http://schemas.microsoft.com/office/drawing/2014/main" id="{D4E08694-36D5-B0B0-FDA6-945E5B5CAF3D}"/>
              </a:ext>
            </a:extLst>
          </p:cNvPr>
          <p:cNvSpPr>
            <a:spLocks noGrp="1"/>
          </p:cNvSpPr>
          <p:nvPr>
            <p:ph sz="half" idx="32"/>
          </p:nvPr>
        </p:nvSpPr>
        <p:spPr>
          <a:xfrm>
            <a:off x="8595357" y="2435849"/>
            <a:ext cx="2743200" cy="640080"/>
          </a:xfr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Font typeface="System Font Regular"/>
              <a:buNone/>
              <a:defRPr sz="14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DA6A99D-941B-B71C-75C2-DA05C66F1F21}"/>
              </a:ext>
            </a:extLst>
          </p:cNvPr>
          <p:cNvSpPr/>
          <p:nvPr userDrawn="1"/>
        </p:nvSpPr>
        <p:spPr>
          <a:xfrm flipV="1">
            <a:off x="8686797" y="2322802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AD459D04-386B-3E5D-EAA7-1FC9E321E2BD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8595358" y="2011680"/>
            <a:ext cx="2743199" cy="338554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EA0DA6C9-736F-367E-0860-5D22A4697C3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822959" y="3453021"/>
            <a:ext cx="457200" cy="338554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AD1656B0-3990-28B4-C0AD-FB2C16837871}"/>
              </a:ext>
            </a:extLst>
          </p:cNvPr>
          <p:cNvSpPr>
            <a:spLocks noGrp="1"/>
          </p:cNvSpPr>
          <p:nvPr>
            <p:ph sz="half" idx="35"/>
          </p:nvPr>
        </p:nvSpPr>
        <p:spPr>
          <a:xfrm>
            <a:off x="1280160" y="3877190"/>
            <a:ext cx="2743200" cy="640080"/>
          </a:xfr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Font typeface="System Font Regular"/>
              <a:buNone/>
              <a:defRPr sz="14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3010051-5276-951B-8A2B-E962A4680DEC}"/>
              </a:ext>
            </a:extLst>
          </p:cNvPr>
          <p:cNvSpPr/>
          <p:nvPr userDrawn="1"/>
        </p:nvSpPr>
        <p:spPr>
          <a:xfrm flipV="1">
            <a:off x="1371600" y="3764143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20D3B0CB-058A-2DD5-D215-F4EA9CBE99C6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1280161" y="3453021"/>
            <a:ext cx="2743199" cy="338554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326472C9-6042-C2BB-CB17-954D28C9E186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4480555" y="3453021"/>
            <a:ext cx="457200" cy="338554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48" name="Content Placeholder 3">
            <a:extLst>
              <a:ext uri="{FF2B5EF4-FFF2-40B4-BE49-F238E27FC236}">
                <a16:creationId xmlns:a16="http://schemas.microsoft.com/office/drawing/2014/main" id="{886641A3-3B65-C087-4D5E-52780677D0D8}"/>
              </a:ext>
            </a:extLst>
          </p:cNvPr>
          <p:cNvSpPr>
            <a:spLocks noGrp="1"/>
          </p:cNvSpPr>
          <p:nvPr>
            <p:ph sz="half" idx="38"/>
          </p:nvPr>
        </p:nvSpPr>
        <p:spPr>
          <a:xfrm>
            <a:off x="4937756" y="3877190"/>
            <a:ext cx="2743200" cy="640080"/>
          </a:xfr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Font typeface="System Font Regular"/>
              <a:buNone/>
              <a:defRPr sz="14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A72550BD-4689-565C-2A00-D5B70AF6A28E}"/>
              </a:ext>
            </a:extLst>
          </p:cNvPr>
          <p:cNvSpPr/>
          <p:nvPr userDrawn="1"/>
        </p:nvSpPr>
        <p:spPr>
          <a:xfrm flipV="1">
            <a:off x="5029196" y="3764143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4D1373B5-A580-75C2-2E27-FA1A0557A8B2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4937757" y="3453021"/>
            <a:ext cx="2743199" cy="338554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9C88672-27F7-973C-58BE-461F3B35BFD9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8138156" y="3453021"/>
            <a:ext cx="457200" cy="338554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2" name="Content Placeholder 3">
            <a:extLst>
              <a:ext uri="{FF2B5EF4-FFF2-40B4-BE49-F238E27FC236}">
                <a16:creationId xmlns:a16="http://schemas.microsoft.com/office/drawing/2014/main" id="{F6D8CD98-4670-4A92-3846-A7DC33C02954}"/>
              </a:ext>
            </a:extLst>
          </p:cNvPr>
          <p:cNvSpPr>
            <a:spLocks noGrp="1"/>
          </p:cNvSpPr>
          <p:nvPr>
            <p:ph sz="half" idx="41"/>
          </p:nvPr>
        </p:nvSpPr>
        <p:spPr>
          <a:xfrm>
            <a:off x="8595357" y="3877190"/>
            <a:ext cx="2743200" cy="640080"/>
          </a:xfr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Font typeface="System Font Regular"/>
              <a:buNone/>
              <a:defRPr sz="14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73961107-D9F8-E578-C8A9-D589B1F013B6}"/>
              </a:ext>
            </a:extLst>
          </p:cNvPr>
          <p:cNvSpPr/>
          <p:nvPr userDrawn="1"/>
        </p:nvSpPr>
        <p:spPr>
          <a:xfrm flipV="1">
            <a:off x="8686797" y="3764143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1BE90ED0-856A-7A3B-5436-507EEF6D56F2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8595358" y="3453021"/>
            <a:ext cx="2743199" cy="338554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8BC5A604-1849-BA55-08E3-C95B0CBD809D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822959" y="4909722"/>
            <a:ext cx="457200" cy="338554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56" name="Content Placeholder 3">
            <a:extLst>
              <a:ext uri="{FF2B5EF4-FFF2-40B4-BE49-F238E27FC236}">
                <a16:creationId xmlns:a16="http://schemas.microsoft.com/office/drawing/2014/main" id="{06FA3431-E9A5-BAA0-F874-A1EBAD687328}"/>
              </a:ext>
            </a:extLst>
          </p:cNvPr>
          <p:cNvSpPr>
            <a:spLocks noGrp="1"/>
          </p:cNvSpPr>
          <p:nvPr>
            <p:ph sz="half" idx="44"/>
          </p:nvPr>
        </p:nvSpPr>
        <p:spPr>
          <a:xfrm>
            <a:off x="1280160" y="5333891"/>
            <a:ext cx="2743200" cy="640080"/>
          </a:xfr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Font typeface="System Font Regular"/>
              <a:buNone/>
              <a:defRPr sz="14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273419D1-0051-78D2-E30B-61619A37FEBC}"/>
              </a:ext>
            </a:extLst>
          </p:cNvPr>
          <p:cNvSpPr/>
          <p:nvPr userDrawn="1"/>
        </p:nvSpPr>
        <p:spPr>
          <a:xfrm flipV="1">
            <a:off x="1371600" y="5220844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2369E639-49AB-468A-2CD9-E094FABA8275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1280161" y="4909722"/>
            <a:ext cx="2743199" cy="338554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E2C70FB7-5C47-692C-5561-06296BFEA138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4480555" y="4909722"/>
            <a:ext cx="457200" cy="338554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60" name="Content Placeholder 3">
            <a:extLst>
              <a:ext uri="{FF2B5EF4-FFF2-40B4-BE49-F238E27FC236}">
                <a16:creationId xmlns:a16="http://schemas.microsoft.com/office/drawing/2014/main" id="{158F5DBB-3BB5-9570-F7A3-74069442CAF4}"/>
              </a:ext>
            </a:extLst>
          </p:cNvPr>
          <p:cNvSpPr>
            <a:spLocks noGrp="1"/>
          </p:cNvSpPr>
          <p:nvPr>
            <p:ph sz="half" idx="47"/>
          </p:nvPr>
        </p:nvSpPr>
        <p:spPr>
          <a:xfrm>
            <a:off x="4937756" y="5333891"/>
            <a:ext cx="2743200" cy="640080"/>
          </a:xfr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Font typeface="System Font Regular"/>
              <a:buNone/>
              <a:defRPr sz="14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2608173B-5099-71ED-6E2E-6AA8942FA498}"/>
              </a:ext>
            </a:extLst>
          </p:cNvPr>
          <p:cNvSpPr/>
          <p:nvPr userDrawn="1"/>
        </p:nvSpPr>
        <p:spPr>
          <a:xfrm flipV="1">
            <a:off x="5029196" y="5220844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9C1E6D72-E940-B614-4613-60BC817CEB0C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937757" y="4909722"/>
            <a:ext cx="2743199" cy="338554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48A26F0A-5093-3EEA-6B38-DBA07F93FC5E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8138156" y="4909722"/>
            <a:ext cx="457200" cy="338554"/>
          </a:xfrm>
        </p:spPr>
        <p:txBody>
          <a:bodyPr wrap="square" anchor="b">
            <a:sp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15" name="Content Placeholder 3">
            <a:extLst>
              <a:ext uri="{FF2B5EF4-FFF2-40B4-BE49-F238E27FC236}">
                <a16:creationId xmlns:a16="http://schemas.microsoft.com/office/drawing/2014/main" id="{07FA633E-9F34-EBFF-48CE-AFB446A0B7DB}"/>
              </a:ext>
            </a:extLst>
          </p:cNvPr>
          <p:cNvSpPr>
            <a:spLocks noGrp="1"/>
          </p:cNvSpPr>
          <p:nvPr>
            <p:ph sz="half" idx="50"/>
          </p:nvPr>
        </p:nvSpPr>
        <p:spPr>
          <a:xfrm>
            <a:off x="8595357" y="5333891"/>
            <a:ext cx="2743200" cy="640080"/>
          </a:xfrm>
        </p:spPr>
        <p:txBody>
          <a:bodyPr>
            <a:noAutofit/>
          </a:bodyPr>
          <a:lstStyle>
            <a:lvl1pPr marL="0" indent="0">
              <a:buClr>
                <a:schemeClr val="accent2"/>
              </a:buClr>
              <a:buFont typeface="System Font Regular"/>
              <a:buNone/>
              <a:defRPr sz="14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42E97295-B173-F949-86DD-CBB87101D788}"/>
              </a:ext>
            </a:extLst>
          </p:cNvPr>
          <p:cNvSpPr/>
          <p:nvPr userDrawn="1"/>
        </p:nvSpPr>
        <p:spPr>
          <a:xfrm flipV="1">
            <a:off x="8686797" y="5220844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C607A697-D8BA-9A07-5CCE-81BC70C8B8AC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8595358" y="4909722"/>
            <a:ext cx="2743199" cy="338554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501513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973F383A-7AA5-F743-3E89-15E1F08872D9}"/>
              </a:ext>
            </a:extLst>
          </p:cNvPr>
          <p:cNvSpPr/>
          <p:nvPr userDrawn="1"/>
        </p:nvSpPr>
        <p:spPr>
          <a:xfrm>
            <a:off x="4572000" y="6309360"/>
            <a:ext cx="8229600" cy="109728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19E8BBD-2DB6-9B4C-D886-1A82F20A300F}"/>
              </a:ext>
            </a:extLst>
          </p:cNvPr>
          <p:cNvGrpSpPr/>
          <p:nvPr userDrawn="1"/>
        </p:nvGrpSpPr>
        <p:grpSpPr>
          <a:xfrm>
            <a:off x="10994898" y="11957"/>
            <a:ext cx="1197102" cy="1512786"/>
            <a:chOff x="7556500" y="1881188"/>
            <a:chExt cx="1197102" cy="1512786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CF5C14C5-FF79-56CD-2D4B-E86B58B2BF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AC28A2B-DC72-5518-C5DD-53310A95DB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381906C-8CFA-2CAC-23E0-D788A361D42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79C138B6-5B83-992D-9A87-86432E89ED9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FFC7666-68C7-9D6F-D10C-23429F5F349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AA914449-E6F9-395C-2A05-0B7DD8D193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2200266-0841-D6C9-3137-2495A0DAB34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66211440-32A3-7BB6-342B-1CEE7CD425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64637FC-2208-015F-0C6F-CD12AD7A5D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527B346F-B6D4-E64E-171B-CB40E39CB2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CB9D3A94-5C6B-8976-F512-C3ED98A2FA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9751D4A5-4E69-F6AD-9D2D-E36171E861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A81CDA3-25E0-35E4-F9D4-6DB2B91876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29BE93DD-6653-DA0D-472B-D073531802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2D85AF50-3709-3B0E-C205-3E0FFAA53D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D527F467-1322-6667-C204-1B5D0F8F1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041357C9-9E27-2CA7-2723-2F2D82B4B8B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3EA2D667-78E1-D848-BA87-F3D373660F0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94259CE1-D591-51B2-14B8-A79E4307F3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80575B7-A246-CEF5-866F-0526DFEF6CD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261A6BD0-AD07-BFFB-C184-3D0A36C35F4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1095E214-D93E-6623-201D-43353693BA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FD7800CB-8B15-44E9-CDE2-B2E3A674018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2B0A7852-D1FC-C100-FAAF-1FE0185D39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B0C47F91-089C-DC82-6E92-028DF21814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C3CC8703-D22B-4E2F-41CA-49444AEC7FD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50C620E-66E9-5E22-6EF0-6621419EDE5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A7A34192-B4B8-EA12-D81E-6FB155E035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044E5B39-F193-CF1B-3E9D-23F25D9097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E86DE10-D048-A1B4-206A-B451EADE53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6C4409F0-CAA2-1B65-9347-023F3B74F54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DF93FE02-40F6-88FD-FB1F-5F38AA1D7E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8EE61BE5-AD7B-5745-0561-8BD77C7BD7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D62996E0-0D79-511E-896A-DB3FA33F5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C88C832B-6DA7-AA99-332B-0FA1F8A8BE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10E9DD-079F-5623-E596-29DEBEF1220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31AC878D-97DA-E81E-4F1A-751BC84D88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35F772E0-D898-DD2C-1898-CB439349B70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E8970949-EED0-0B2A-C213-33D2A42164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37C8D23E-E47C-0116-5E2F-CF15E0CE34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2E68489F-C2BD-EF9B-7EA2-E63E0B1D2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A04CE9D9-ED4D-666C-C72F-753B847E54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3A6853E7-5DE7-DC8B-15EC-F92BA44D6E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5CD9988A-FAFE-5B25-7ADD-BCEB890007C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03C23759-048F-8D8C-0BFE-1A584B67C85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867BFE5-593B-9B02-24FB-FC7A2EF803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40820CC-0BF9-B283-8CFE-7D6C6653499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115DFB63-95F6-FAF7-3FC4-4F139586A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3CBDC98-877E-06D5-FD35-5077ADDB9B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68" name="Picture 167">
            <a:extLst>
              <a:ext uri="{FF2B5EF4-FFF2-40B4-BE49-F238E27FC236}">
                <a16:creationId xmlns:a16="http://schemas.microsoft.com/office/drawing/2014/main" id="{F7E7D503-31DF-94CD-0F6D-317CBBA313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2960" y="6424919"/>
            <a:ext cx="1655064" cy="227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1FA4C4-8072-7CC3-837B-7A3BF7713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94A17-EF36-DB02-7A0B-8ED343EC5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521CF-2C70-45D2-F145-5C2F499C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C6E70-B092-5A2B-2BA8-5B473DE0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62013DB-A9F0-9EB2-10C6-2A3F7D8439ED}"/>
              </a:ext>
            </a:extLst>
          </p:cNvPr>
          <p:cNvSpPr/>
          <p:nvPr userDrawn="1"/>
        </p:nvSpPr>
        <p:spPr>
          <a:xfrm rot="5400000">
            <a:off x="-2286000" y="3200400"/>
            <a:ext cx="4572000" cy="45720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969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973F383A-7AA5-F743-3E89-15E1F08872D9}"/>
              </a:ext>
            </a:extLst>
          </p:cNvPr>
          <p:cNvSpPr/>
          <p:nvPr userDrawn="1"/>
        </p:nvSpPr>
        <p:spPr>
          <a:xfrm>
            <a:off x="4572000" y="6309360"/>
            <a:ext cx="8229600" cy="1097280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19E8BBD-2DB6-9B4C-D886-1A82F20A300F}"/>
              </a:ext>
            </a:extLst>
          </p:cNvPr>
          <p:cNvGrpSpPr/>
          <p:nvPr userDrawn="1"/>
        </p:nvGrpSpPr>
        <p:grpSpPr>
          <a:xfrm>
            <a:off x="10994898" y="11957"/>
            <a:ext cx="1197102" cy="1512786"/>
            <a:chOff x="7556500" y="1881188"/>
            <a:chExt cx="1197102" cy="1512786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CF5C14C5-FF79-56CD-2D4B-E86B58B2BF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AC28A2B-DC72-5518-C5DD-53310A95DB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381906C-8CFA-2CAC-23E0-D788A361D42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79C138B6-5B83-992D-9A87-86432E89ED9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FFC7666-68C7-9D6F-D10C-23429F5F349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AA914449-E6F9-395C-2A05-0B7DD8D193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2200266-0841-D6C9-3137-2495A0DAB34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66211440-32A3-7BB6-342B-1CEE7CD425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64637FC-2208-015F-0C6F-CD12AD7A5D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527B346F-B6D4-E64E-171B-CB40E39CB2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CB9D3A94-5C6B-8976-F512-C3ED98A2FA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9751D4A5-4E69-F6AD-9D2D-E36171E861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A81CDA3-25E0-35E4-F9D4-6DB2B91876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29BE93DD-6653-DA0D-472B-D073531802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2D85AF50-3709-3B0E-C205-3E0FFAA53D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D527F467-1322-6667-C204-1B5D0F8F1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041357C9-9E27-2CA7-2723-2F2D82B4B8B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3EA2D667-78E1-D848-BA87-F3D373660F0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94259CE1-D591-51B2-14B8-A79E4307F3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80575B7-A246-CEF5-866F-0526DFEF6CD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261A6BD0-AD07-BFFB-C184-3D0A36C35F4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1095E214-D93E-6623-201D-43353693BA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FD7800CB-8B15-44E9-CDE2-B2E3A674018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2B0A7852-D1FC-C100-FAAF-1FE0185D39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B0C47F91-089C-DC82-6E92-028DF21814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C3CC8703-D22B-4E2F-41CA-49444AEC7FD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50C620E-66E9-5E22-6EF0-6621419EDE5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A7A34192-B4B8-EA12-D81E-6FB155E035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044E5B39-F193-CF1B-3E9D-23F25D9097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E86DE10-D048-A1B4-206A-B451EADE53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6C4409F0-CAA2-1B65-9347-023F3B74F54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DF93FE02-40F6-88FD-FB1F-5F38AA1D7E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8EE61BE5-AD7B-5745-0561-8BD77C7BD7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D62996E0-0D79-511E-896A-DB3FA33F5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C88C832B-6DA7-AA99-332B-0FA1F8A8BE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10E9DD-079F-5623-E596-29DEBEF1220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31AC878D-97DA-E81E-4F1A-751BC84D88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35F772E0-D898-DD2C-1898-CB439349B70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E8970949-EED0-0B2A-C213-33D2A42164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37C8D23E-E47C-0116-5E2F-CF15E0CE34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2E68489F-C2BD-EF9B-7EA2-E63E0B1D2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A04CE9D9-ED4D-666C-C72F-753B847E54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3A6853E7-5DE7-DC8B-15EC-F92BA44D6E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5CD9988A-FAFE-5B25-7ADD-BCEB890007C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03C23759-048F-8D8C-0BFE-1A584B67C85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867BFE5-593B-9B02-24FB-FC7A2EF803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40820CC-0BF9-B283-8CFE-7D6C6653499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115DFB63-95F6-FAF7-3FC4-4F139586A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3CBDC98-877E-06D5-FD35-5077ADDB9B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68" name="Picture 167">
            <a:extLst>
              <a:ext uri="{FF2B5EF4-FFF2-40B4-BE49-F238E27FC236}">
                <a16:creationId xmlns:a16="http://schemas.microsoft.com/office/drawing/2014/main" id="{F7E7D503-31DF-94CD-0F6D-317CBBA313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2960" y="6424919"/>
            <a:ext cx="1655064" cy="227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1FA4C4-8072-7CC3-837B-7A3BF7713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94A17-EF36-DB02-7A0B-8ED343EC5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521CF-2C70-45D2-F145-5C2F499C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C6E70-B092-5A2B-2BA8-5B473DE0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EB644D-6C40-9577-0573-0462AC4A7B2C}"/>
              </a:ext>
            </a:extLst>
          </p:cNvPr>
          <p:cNvSpPr/>
          <p:nvPr userDrawn="1"/>
        </p:nvSpPr>
        <p:spPr>
          <a:xfrm rot="5400000">
            <a:off x="-2286000" y="3200400"/>
            <a:ext cx="4572000" cy="457200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3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973F383A-7AA5-F743-3E89-15E1F08872D9}"/>
              </a:ext>
            </a:extLst>
          </p:cNvPr>
          <p:cNvSpPr/>
          <p:nvPr userDrawn="1"/>
        </p:nvSpPr>
        <p:spPr>
          <a:xfrm>
            <a:off x="4572000" y="6309360"/>
            <a:ext cx="8229600" cy="109728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19E8BBD-2DB6-9B4C-D886-1A82F20A300F}"/>
              </a:ext>
            </a:extLst>
          </p:cNvPr>
          <p:cNvGrpSpPr/>
          <p:nvPr userDrawn="1"/>
        </p:nvGrpSpPr>
        <p:grpSpPr>
          <a:xfrm>
            <a:off x="10994898" y="11957"/>
            <a:ext cx="1197102" cy="1512786"/>
            <a:chOff x="7556500" y="1881188"/>
            <a:chExt cx="1197102" cy="1512786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CF5C14C5-FF79-56CD-2D4B-E86B58B2BF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AC28A2B-DC72-5518-C5DD-53310A95DB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381906C-8CFA-2CAC-23E0-D788A361D42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79C138B6-5B83-992D-9A87-86432E89ED9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FFC7666-68C7-9D6F-D10C-23429F5F349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AA914449-E6F9-395C-2A05-0B7DD8D193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2200266-0841-D6C9-3137-2495A0DAB34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66211440-32A3-7BB6-342B-1CEE7CD425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64637FC-2208-015F-0C6F-CD12AD7A5D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527B346F-B6D4-E64E-171B-CB40E39CB2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CB9D3A94-5C6B-8976-F512-C3ED98A2FA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9751D4A5-4E69-F6AD-9D2D-E36171E861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A81CDA3-25E0-35E4-F9D4-6DB2B91876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29BE93DD-6653-DA0D-472B-D073531802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2D85AF50-3709-3B0E-C205-3E0FFAA53D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D527F467-1322-6667-C204-1B5D0F8F1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041357C9-9E27-2CA7-2723-2F2D82B4B8B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3EA2D667-78E1-D848-BA87-F3D373660F0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94259CE1-D591-51B2-14B8-A79E4307F3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80575B7-A246-CEF5-866F-0526DFEF6CD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261A6BD0-AD07-BFFB-C184-3D0A36C35F4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1095E214-D93E-6623-201D-43353693BA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FD7800CB-8B15-44E9-CDE2-B2E3A674018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2B0A7852-D1FC-C100-FAAF-1FE0185D39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B0C47F91-089C-DC82-6E92-028DF21814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C3CC8703-D22B-4E2F-41CA-49444AEC7FD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50C620E-66E9-5E22-6EF0-6621419EDE5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A7A34192-B4B8-EA12-D81E-6FB155E035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044E5B39-F193-CF1B-3E9D-23F25D9097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E86DE10-D048-A1B4-206A-B451EADE53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6C4409F0-CAA2-1B65-9347-023F3B74F54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DF93FE02-40F6-88FD-FB1F-5F38AA1D7E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8EE61BE5-AD7B-5745-0561-8BD77C7BD7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D62996E0-0D79-511E-896A-DB3FA33F5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C88C832B-6DA7-AA99-332B-0FA1F8A8BE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10E9DD-079F-5623-E596-29DEBEF1220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31AC878D-97DA-E81E-4F1A-751BC84D88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35F772E0-D898-DD2C-1898-CB439349B70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E8970949-EED0-0B2A-C213-33D2A42164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37C8D23E-E47C-0116-5E2F-CF15E0CE34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2E68489F-C2BD-EF9B-7EA2-E63E0B1D2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A04CE9D9-ED4D-666C-C72F-753B847E54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3A6853E7-5DE7-DC8B-15EC-F92BA44D6E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5CD9988A-FAFE-5B25-7ADD-BCEB890007C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03C23759-048F-8D8C-0BFE-1A584B67C85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867BFE5-593B-9B02-24FB-FC7A2EF803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40820CC-0BF9-B283-8CFE-7D6C6653499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115DFB63-95F6-FAF7-3FC4-4F139586A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3CBDC98-877E-06D5-FD35-5077ADDB9B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68" name="Picture 167">
            <a:extLst>
              <a:ext uri="{FF2B5EF4-FFF2-40B4-BE49-F238E27FC236}">
                <a16:creationId xmlns:a16="http://schemas.microsoft.com/office/drawing/2014/main" id="{F7E7D503-31DF-94CD-0F6D-317CBBA313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2960" y="6424919"/>
            <a:ext cx="1655064" cy="227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1FA4C4-8072-7CC3-837B-7A3BF7713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94A17-EF36-DB02-7A0B-8ED343EC5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521CF-2C70-45D2-F145-5C2F499C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C6E70-B092-5A2B-2BA8-5B473DE0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A061920-1941-2BC5-5DB2-602CA1831EDA}"/>
              </a:ext>
            </a:extLst>
          </p:cNvPr>
          <p:cNvSpPr/>
          <p:nvPr userDrawn="1"/>
        </p:nvSpPr>
        <p:spPr>
          <a:xfrm rot="5400000">
            <a:off x="-2286000" y="3200400"/>
            <a:ext cx="4572000" cy="457200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22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973F383A-7AA5-F743-3E89-15E1F08872D9}"/>
              </a:ext>
            </a:extLst>
          </p:cNvPr>
          <p:cNvSpPr/>
          <p:nvPr userDrawn="1"/>
        </p:nvSpPr>
        <p:spPr>
          <a:xfrm>
            <a:off x="4572000" y="6309360"/>
            <a:ext cx="8229600" cy="109728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19E8BBD-2DB6-9B4C-D886-1A82F20A300F}"/>
              </a:ext>
            </a:extLst>
          </p:cNvPr>
          <p:cNvGrpSpPr/>
          <p:nvPr userDrawn="1"/>
        </p:nvGrpSpPr>
        <p:grpSpPr>
          <a:xfrm>
            <a:off x="10994898" y="11957"/>
            <a:ext cx="1197102" cy="1512786"/>
            <a:chOff x="7556500" y="1881188"/>
            <a:chExt cx="1197102" cy="1512786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CF5C14C5-FF79-56CD-2D4B-E86B58B2BF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AC28A2B-DC72-5518-C5DD-53310A95DB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381906C-8CFA-2CAC-23E0-D788A361D42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79C138B6-5B83-992D-9A87-86432E89ED9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FFC7666-68C7-9D6F-D10C-23429F5F349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AA914449-E6F9-395C-2A05-0B7DD8D193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2200266-0841-D6C9-3137-2495A0DAB34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66211440-32A3-7BB6-342B-1CEE7CD425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64637FC-2208-015F-0C6F-CD12AD7A5D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527B346F-B6D4-E64E-171B-CB40E39CB2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CB9D3A94-5C6B-8976-F512-C3ED98A2FA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9751D4A5-4E69-F6AD-9D2D-E36171E861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A81CDA3-25E0-35E4-F9D4-6DB2B91876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29BE93DD-6653-DA0D-472B-D073531802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2D85AF50-3709-3B0E-C205-3E0FFAA53D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D527F467-1322-6667-C204-1B5D0F8F1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041357C9-9E27-2CA7-2723-2F2D82B4B8B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3EA2D667-78E1-D848-BA87-F3D373660F0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94259CE1-D591-51B2-14B8-A79E4307F3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80575B7-A246-CEF5-866F-0526DFEF6CD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261A6BD0-AD07-BFFB-C184-3D0A36C35F4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1095E214-D93E-6623-201D-43353693BA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FD7800CB-8B15-44E9-CDE2-B2E3A674018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2B0A7852-D1FC-C100-FAAF-1FE0185D39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B0C47F91-089C-DC82-6E92-028DF21814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C3CC8703-D22B-4E2F-41CA-49444AEC7FD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50C620E-66E9-5E22-6EF0-6621419EDE5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A7A34192-B4B8-EA12-D81E-6FB155E035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044E5B39-F193-CF1B-3E9D-23F25D9097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E86DE10-D048-A1B4-206A-B451EADE53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6C4409F0-CAA2-1B65-9347-023F3B74F54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DF93FE02-40F6-88FD-FB1F-5F38AA1D7E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8EE61BE5-AD7B-5745-0561-8BD77C7BD7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D62996E0-0D79-511E-896A-DB3FA33F5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C88C832B-6DA7-AA99-332B-0FA1F8A8BE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10E9DD-079F-5623-E596-29DEBEF1220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31AC878D-97DA-E81E-4F1A-751BC84D88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35F772E0-D898-DD2C-1898-CB439349B70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E8970949-EED0-0B2A-C213-33D2A42164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37C8D23E-E47C-0116-5E2F-CF15E0CE34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2E68489F-C2BD-EF9B-7EA2-E63E0B1D2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A04CE9D9-ED4D-666C-C72F-753B847E54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3A6853E7-5DE7-DC8B-15EC-F92BA44D6E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5CD9988A-FAFE-5B25-7ADD-BCEB890007C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03C23759-048F-8D8C-0BFE-1A584B67C85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867BFE5-593B-9B02-24FB-FC7A2EF803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40820CC-0BF9-B283-8CFE-7D6C6653499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115DFB63-95F6-FAF7-3FC4-4F139586A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3CBDC98-877E-06D5-FD35-5077ADDB9B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68" name="Picture 167">
            <a:extLst>
              <a:ext uri="{FF2B5EF4-FFF2-40B4-BE49-F238E27FC236}">
                <a16:creationId xmlns:a16="http://schemas.microsoft.com/office/drawing/2014/main" id="{F7E7D503-31DF-94CD-0F6D-317CBBA313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2960" y="6424919"/>
            <a:ext cx="1655064" cy="227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1FA4C4-8072-7CC3-837B-7A3BF7713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94A17-EF36-DB02-7A0B-8ED343EC5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521CF-2C70-45D2-F145-5C2F499C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C6E70-B092-5A2B-2BA8-5B473DE0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61CB8F-4253-9A43-57C5-0EE8B9532A65}"/>
              </a:ext>
            </a:extLst>
          </p:cNvPr>
          <p:cNvSpPr/>
          <p:nvPr userDrawn="1"/>
        </p:nvSpPr>
        <p:spPr>
          <a:xfrm rot="5400000">
            <a:off x="-2286000" y="3200400"/>
            <a:ext cx="45720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201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ection Hea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973F383A-7AA5-F743-3E89-15E1F08872D9}"/>
              </a:ext>
            </a:extLst>
          </p:cNvPr>
          <p:cNvSpPr/>
          <p:nvPr userDrawn="1"/>
        </p:nvSpPr>
        <p:spPr>
          <a:xfrm>
            <a:off x="4572000" y="6309360"/>
            <a:ext cx="8229600" cy="109728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19E8BBD-2DB6-9B4C-D886-1A82F20A300F}"/>
              </a:ext>
            </a:extLst>
          </p:cNvPr>
          <p:cNvGrpSpPr/>
          <p:nvPr userDrawn="1"/>
        </p:nvGrpSpPr>
        <p:grpSpPr>
          <a:xfrm>
            <a:off x="10994898" y="11957"/>
            <a:ext cx="1197102" cy="1512786"/>
            <a:chOff x="7556500" y="1881188"/>
            <a:chExt cx="1197102" cy="1512786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CF5C14C5-FF79-56CD-2D4B-E86B58B2BF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AC28A2B-DC72-5518-C5DD-53310A95DB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E381906C-8CFA-2CAC-23E0-D788A361D42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79C138B6-5B83-992D-9A87-86432E89ED9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FFC7666-68C7-9D6F-D10C-23429F5F349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AA914449-E6F9-395C-2A05-0B7DD8D193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A2200266-0841-D6C9-3137-2495A0DAB34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66211440-32A3-7BB6-342B-1CEE7CD425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264637FC-2208-015F-0C6F-CD12AD7A5D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527B346F-B6D4-E64E-171B-CB40E39CB2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CB9D3A94-5C6B-8976-F512-C3ED98A2FA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9751D4A5-4E69-F6AD-9D2D-E36171E861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A81CDA3-25E0-35E4-F9D4-6DB2B91876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29BE93DD-6653-DA0D-472B-D073531802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2D85AF50-3709-3B0E-C205-3E0FFAA53D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D527F467-1322-6667-C204-1B5D0F8F1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041357C9-9E27-2CA7-2723-2F2D82B4B8B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3EA2D667-78E1-D848-BA87-F3D373660F0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94259CE1-D591-51B2-14B8-A79E4307F3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80575B7-A246-CEF5-866F-0526DFEF6CD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261A6BD0-AD07-BFFB-C184-3D0A36C35F4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1095E214-D93E-6623-201D-43353693BA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FD7800CB-8B15-44E9-CDE2-B2E3A674018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2B0A7852-D1FC-C100-FAAF-1FE0185D390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B0C47F91-089C-DC82-6E92-028DF21814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C3CC8703-D22B-4E2F-41CA-49444AEC7FD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A50C620E-66E9-5E22-6EF0-6621419EDE5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A7A34192-B4B8-EA12-D81E-6FB155E035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044E5B39-F193-CF1B-3E9D-23F25D9097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E86DE10-D048-A1B4-206A-B451EADE53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6C4409F0-CAA2-1B65-9347-023F3B74F54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DF93FE02-40F6-88FD-FB1F-5F38AA1D7E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8EE61BE5-AD7B-5745-0561-8BD77C7BD7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D62996E0-0D79-511E-896A-DB3FA33F5A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C88C832B-6DA7-AA99-332B-0FA1F8A8BE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CF10E9DD-079F-5623-E596-29DEBEF1220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31AC878D-97DA-E81E-4F1A-751BC84D88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35F772E0-D898-DD2C-1898-CB439349B70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E8970949-EED0-0B2A-C213-33D2A42164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37C8D23E-E47C-0116-5E2F-CF15E0CE34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2E68489F-C2BD-EF9B-7EA2-E63E0B1D2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A04CE9D9-ED4D-666C-C72F-753B847E54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3A6853E7-5DE7-DC8B-15EC-F92BA44D6E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5CD9988A-FAFE-5B25-7ADD-BCEB890007C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03C23759-048F-8D8C-0BFE-1A584B67C85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867BFE5-593B-9B02-24FB-FC7A2EF803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40820CC-0BF9-B283-8CFE-7D6C6653499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115DFB63-95F6-FAF7-3FC4-4F139586AE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A3CBDC98-877E-06D5-FD35-5077ADDB9B2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68" name="Picture 167">
            <a:extLst>
              <a:ext uri="{FF2B5EF4-FFF2-40B4-BE49-F238E27FC236}">
                <a16:creationId xmlns:a16="http://schemas.microsoft.com/office/drawing/2014/main" id="{F7E7D503-31DF-94CD-0F6D-317CBBA313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2960" y="6424919"/>
            <a:ext cx="1655064" cy="227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1FA4C4-8072-7CC3-837B-7A3BF7713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94A17-EF36-DB02-7A0B-8ED343EC5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521CF-2C70-45D2-F145-5C2F499C6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C6E70-B092-5A2B-2BA8-5B473DE0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4AD4909-011F-A001-DE75-B6E3258D0347}"/>
              </a:ext>
            </a:extLst>
          </p:cNvPr>
          <p:cNvSpPr/>
          <p:nvPr userDrawn="1"/>
        </p:nvSpPr>
        <p:spPr>
          <a:xfrm rot="5400000">
            <a:off x="-2286000" y="3200400"/>
            <a:ext cx="45720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978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E187A-0034-E4C5-7CEA-921EC6AB0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5EF546-454D-3916-3BD2-9FB12193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4733611-A8AF-173F-DAC9-02D617E45164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6E93482-169A-328B-0960-F38A109B0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A2C4E99-5F0C-BDD3-942B-0F6E4A54B4A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5AA1F299-34F5-77B5-B567-711B29708C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2957" y="2011363"/>
            <a:ext cx="10515599" cy="3976687"/>
          </a:xfrm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7058EA-1AA9-B8C7-547B-FB0D42B551E5}"/>
              </a:ext>
            </a:extLst>
          </p:cNvPr>
          <p:cNvGrpSpPr/>
          <p:nvPr userDrawn="1"/>
        </p:nvGrpSpPr>
        <p:grpSpPr>
          <a:xfrm>
            <a:off x="10995571" y="-508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3A489DA-87E6-2346-56EB-A5671B3F49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9A66C5D-4C84-9E61-3921-0B6112B8F3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A8ACA44-4A57-B426-AEFB-CD75A0D21F9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BE5925A-185F-FB27-BEB6-003DB6E8275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D59A358-605A-712B-F635-A5976D671C3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52B5936-D9DA-5F4B-F101-A5F343B981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D0ECA1E-4D22-D2A1-26D0-2E5243A5C5C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20D4B94-A292-3B4D-513B-421A97BE9F5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EE44A27-F287-41DC-F31E-8501D34C185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750CBB8-244F-73FD-BEE8-87A05C246E2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AE51705-1E5D-A869-24E6-A53C6F72C6C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3C90CE1-1CCD-A6A1-4455-1C9EC89CE5F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A5D23B8-794E-C8CD-D1B9-AC5E3E73F9E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3C2E490-4C98-0F05-77DA-EA7FFD7A98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7DBDE77-D9E7-ED55-611E-39EDA266180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33A48EE-2390-DBC8-6B47-F727DBB79F5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54B3E7B-025F-2A16-B98E-82D0EA3A2C5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5BF030A-BF19-11EE-434C-64FD7AD9DA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67C2E83-ED55-9B3A-0A23-E16CDC94AA9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2471458-520C-F205-585E-179673A21E7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CA9ADA8-1DD6-3082-901D-FB92FF89389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703557E-F7BA-736D-75D3-0D968F95384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D002A8E-B4D6-07EF-85D3-3F485DA374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7B43A760-15F7-DED7-318B-FB26873903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6BB9F29-1CBC-0776-9510-70FD4EE9B9A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971F3BE-E306-8A78-A378-869D7E962B5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043C643-715B-D5D5-5B0B-C033FFDFB1F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2B8A23D-2983-C8B4-2D1B-926AD2C8F9F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6F64700-1640-82AE-DE6D-5C78FE5E47E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766D7962-D895-2F41-3BCB-7E371B4F4C9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4C5C40E-7911-5EC0-3C88-4A55FDE9B50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A28236B-CF9E-9846-9F31-AE7B107D026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408D89F-30DB-72D3-9F8C-C83784AE67B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872C2F6-BE33-A577-C10F-603A5E6F038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860B087-E809-C18C-33E5-8C729685746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E5D945E3-861C-4AFE-371E-C8CF5AEE503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43BC018-3824-CDA2-1F58-1D3195076BC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E159578-001E-8770-A943-40B5C826F7D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AE77A40-EF1B-911C-35C6-173C8CA1E52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42494CB-E02A-9906-89BB-3042127162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0C0CC93-95A1-66AE-85E9-DB41102DFF4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733B997-E7B1-97A8-F7D9-FD8D2F8D98C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C17891DC-E48A-5592-7512-C512B5CD75D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0419BDA-8A4B-E028-5A38-BC504BDE38D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208C8C6-A8BF-D128-FFF8-B818C370BAB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8EAE1A9-FC9A-355D-EC25-BE26FF6356F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A8F9505-F696-F125-E31E-AC9710C673D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D688652-5367-584F-F743-FE025D7933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6BD5303-093D-07FC-5981-6205D725186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7856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0">
              <a:schemeClr val="bg1"/>
            </a:gs>
            <a:gs pos="50000">
              <a:schemeClr val="bg1"/>
            </a:gs>
            <a:gs pos="100000">
              <a:schemeClr val="accent2">
                <a:lumMod val="40000"/>
                <a:lumOff val="60000"/>
                <a:alpha val="4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E187A-0034-E4C5-7CEA-921EC6AB0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5EF546-454D-3916-3BD2-9FB12193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4733611-A8AF-173F-DAC9-02D617E45164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94536C6-1E23-7ED4-A0D2-683E3671C9C7}"/>
              </a:ext>
            </a:extLst>
          </p:cNvPr>
          <p:cNvSpPr/>
          <p:nvPr userDrawn="1"/>
        </p:nvSpPr>
        <p:spPr>
          <a:xfrm rot="5400000" flipV="1">
            <a:off x="877823" y="2240280"/>
            <a:ext cx="22860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6E93482-169A-328B-0960-F38A109B0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7A2C4E99-5F0C-BDD3-942B-0F6E4A54B4A9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5AA1F299-34F5-77B5-B567-711B29708C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78407" y="2011363"/>
            <a:ext cx="10360149" cy="3976687"/>
          </a:xfrm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471A73-ABCF-7E29-9DFE-26A34A71B3DA}"/>
              </a:ext>
            </a:extLst>
          </p:cNvPr>
          <p:cNvGrpSpPr/>
          <p:nvPr userDrawn="1"/>
        </p:nvGrpSpPr>
        <p:grpSpPr>
          <a:xfrm>
            <a:off x="10995571" y="-508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96DFBFD0-03BB-6D44-96ED-812437C3E1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7E431FF-4B54-899B-87DE-9C428C4C72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C31BA4C-1D05-C2D7-412A-ECD042FD0FF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D27C247-84C8-9450-4529-1CC2DC47A2C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288AF0B-FB8D-A55B-9773-AF5D9F75D4E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B00F77F-2670-6A93-8BD6-7E234F07D8E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4272DD4-AB5F-C5C3-E247-D3CAA9B6B5D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2E32204-466D-8E54-1558-87A2EA0E40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D17056D-546B-EADF-A5EE-EC36F3F6F16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89F38D6-21AA-647C-E452-9FC085A8D34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F81364F-A8E9-024C-2C9A-F4507159892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844667A-F6EE-7F41-460C-FBD19671C9F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1D94ECC-0853-EC88-03FF-2E1C8376A3E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D59359C-AB7C-9C55-0CA1-3E1087B88D9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B26A518-C5C3-1A20-1F87-92938A5B827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7508101-3DA3-A3F3-4C0F-836BE836EC5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074F236-22C3-1852-CF20-F64D9EEBD51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2599630-63BD-9CB2-BAB6-0785CC5C2A5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7EE0099-2E27-ADB7-3167-7DA1163767D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42613CD4-A224-786F-4958-9D64F6DBD0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574FEF4-A6D9-9BFE-09A5-B3640D8E4E1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55FDB82-FF74-1089-EA84-E3BA8A37436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7F4D7C3-2B3E-8ABD-C290-1714DF3F61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8432D56-9818-5ED6-6239-D9AD7DFF69C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CC9231E-A031-383C-3335-1E433A6F268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B5F82EA-5F47-7FF0-DD71-36E9CB2798E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3E4B9DE-5B45-740D-39F0-A94E6E637AD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564F30E-5BB0-28D3-CA62-D27FF10F4EE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AF742FE5-43A5-85A7-EB8D-4C6A08FDF1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5DE2CB6-B62F-2DB6-422D-93511454A6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EFCFF65-C224-07DB-1E87-72328B3912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E3DF3D8-A21B-309E-081D-EE0200B0396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CACD0EAD-6A23-6402-A292-6150ADD3559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34DAAC7-6E15-A333-A0E7-91F41892AAB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02718A7-4826-5F71-07FC-92CEA52273B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A199A17-929D-A708-AB81-C31FB9021C0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B38FBFE-BC5F-E06A-4D11-BF9604D0AF4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E7A4101-206A-3529-84A6-3E02CC5336A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88518C6-0E4D-CFF3-1222-BAD70DDF93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3A6AD03-5AAA-65A7-CD42-FA1B8CAACB9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6C6924A-8221-E199-2D6E-F974614DCDD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9F6A450-601C-89A7-6D35-D06A6755D74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FCC4B90-FB9F-4355-6F26-293E8E38371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F8BA03A-51A9-EEA7-2B3A-B2AB9A5F1CF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33D5699-08B6-2BA7-6623-3941DCE631A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A53CEC3-91BC-F963-57FE-9338F570969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2B08AD5-EE1D-6E32-CE10-266F1DB9FD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64F1DE3-378D-1301-65E3-A0563ADFC8B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AA94947-B44A-D74B-12B0-27CEA20F20F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7603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8F858-C6C8-6E02-31EA-989438209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8408" y="2011680"/>
            <a:ext cx="5029200" cy="3976370"/>
          </a:xfrm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  <a:lvl2pPr>
              <a:defRPr sz="1200" b="0" i="0">
                <a:latin typeface="Nunito" pitchFamily="2" charset="77"/>
              </a:defRPr>
            </a:lvl2pPr>
            <a:lvl3pPr>
              <a:defRPr sz="1200" b="0" i="0">
                <a:latin typeface="Nunito" pitchFamily="2" charset="77"/>
              </a:defRPr>
            </a:lvl3pPr>
            <a:lvl4pPr>
              <a:defRPr sz="1200" b="0" i="0">
                <a:latin typeface="Nunito" pitchFamily="2" charset="77"/>
              </a:defRPr>
            </a:lvl4pPr>
            <a:lvl5pPr>
              <a:defRPr sz="1200" b="0" i="0">
                <a:latin typeface="Nunito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4B5D4-C02E-6530-CE0C-CB4F5D73E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4788" y="2011680"/>
            <a:ext cx="5029200" cy="3976370"/>
          </a:xfrm>
        </p:spPr>
        <p:txBody>
          <a:bodyPr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  <a:lvl2pPr>
              <a:defRPr sz="1200" b="0" i="0">
                <a:latin typeface="Nunito" pitchFamily="2" charset="77"/>
              </a:defRPr>
            </a:lvl2pPr>
            <a:lvl3pPr>
              <a:defRPr sz="1200" b="0" i="0">
                <a:latin typeface="Nunito" pitchFamily="2" charset="77"/>
              </a:defRPr>
            </a:lvl3pPr>
            <a:lvl4pPr>
              <a:defRPr sz="1200" b="0" i="0">
                <a:latin typeface="Nunito" pitchFamily="2" charset="77"/>
              </a:defRPr>
            </a:lvl4pPr>
            <a:lvl5pPr>
              <a:defRPr sz="1200" b="0" i="0">
                <a:latin typeface="Nunito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ED16B-78B5-6CD1-1DF4-66FB196D8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9F3EB-A20D-A6DA-B7F1-405CDC621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0E18626-D795-EE5F-C891-89D67970574B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6D9FDF6-68B7-6F0C-32FC-E05D1464C51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B6C19A5-8427-E54F-A4FC-6B2D9730659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DC3FACB-4722-1040-36F9-7F741AC5E124}"/>
              </a:ext>
            </a:extLst>
          </p:cNvPr>
          <p:cNvSpPr/>
          <p:nvPr userDrawn="1"/>
        </p:nvSpPr>
        <p:spPr>
          <a:xfrm rot="5400000" flipV="1">
            <a:off x="877824" y="2240280"/>
            <a:ext cx="22860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D2378D4-30D3-FCF4-D9C8-BF9548DB792C}"/>
              </a:ext>
            </a:extLst>
          </p:cNvPr>
          <p:cNvSpPr/>
          <p:nvPr userDrawn="1"/>
        </p:nvSpPr>
        <p:spPr>
          <a:xfrm rot="5400000" flipV="1">
            <a:off x="6204204" y="2240280"/>
            <a:ext cx="22860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988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2560320"/>
            <a:ext cx="4937760" cy="342773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9604D289-A516-3A0F-46C5-97B322E5B7A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400800" y="2560320"/>
            <a:ext cx="4937760" cy="3427730"/>
          </a:xfrm>
        </p:spPr>
        <p:txBody>
          <a:bodyPr/>
          <a:lstStyle>
            <a:lvl1pPr marL="228600" indent="-228600">
              <a:buClr>
                <a:schemeClr val="accent2"/>
              </a:buClr>
              <a:buSzPct val="100000"/>
              <a:buFont typeface="+mj-lt"/>
              <a:buAutoNum type="arabicPeriod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67028BE-2269-743B-7048-6EA506F90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8408" y="2011680"/>
            <a:ext cx="49377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9C18373-29BA-D74C-BAE4-20A80832486D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400800" y="2011680"/>
            <a:ext cx="49377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E75EBD6-BE59-A866-EBF0-B0AE13CB0602}"/>
              </a:ext>
            </a:extLst>
          </p:cNvPr>
          <p:cNvSpPr/>
          <p:nvPr userDrawn="1"/>
        </p:nvSpPr>
        <p:spPr>
          <a:xfrm rot="5400000" flipV="1">
            <a:off x="854964" y="222879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98FECBB-759F-07D1-0E74-1BC4B6169F31}"/>
              </a:ext>
            </a:extLst>
          </p:cNvPr>
          <p:cNvSpPr/>
          <p:nvPr userDrawn="1"/>
        </p:nvSpPr>
        <p:spPr>
          <a:xfrm rot="5400000" flipV="1">
            <a:off x="6277356" y="222879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604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2928620"/>
            <a:ext cx="4937760" cy="3017520"/>
          </a:xfrm>
        </p:spPr>
        <p:txBody>
          <a:bodyPr/>
          <a:lstStyle>
            <a:lvl1pPr marL="228600" indent="-228600">
              <a:buClr>
                <a:schemeClr val="accent1"/>
              </a:buClr>
              <a:buFont typeface="Arial Unicode MS" panose="020B0604020202020204" pitchFamily="34" charset="-128"/>
              <a:buChar char="✔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9604D289-A516-3A0F-46C5-97B322E5B7A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400800" y="2928620"/>
            <a:ext cx="4937760" cy="3017520"/>
          </a:xfrm>
        </p:spPr>
        <p:txBody>
          <a:bodyPr/>
          <a:lstStyle>
            <a:lvl1pPr marL="228600" indent="-228600">
              <a:buClr>
                <a:srgbClr val="FF0000"/>
              </a:buClr>
              <a:buSzPct val="100000"/>
              <a:buFont typeface="Apple SD Gothic Neo Regular" panose="02000300000000000000" pitchFamily="2" charset="-127"/>
              <a:buChar char="✖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67028BE-2269-743B-7048-6EA506F905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8408" y="2010648"/>
            <a:ext cx="4937760" cy="830997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D91C6CA-862A-AA70-6A9E-5DB45FF4A23B}"/>
              </a:ext>
            </a:extLst>
          </p:cNvPr>
          <p:cNvGrpSpPr/>
          <p:nvPr userDrawn="1"/>
        </p:nvGrpSpPr>
        <p:grpSpPr>
          <a:xfrm>
            <a:off x="11376850" y="3882272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6E2B7DD3-FA38-8B37-B46F-D83054AD2F8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1455BFB-3236-C521-B36A-3370866034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2921E9F-BCC0-251F-D275-9CDA1F6B36A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1FA5921-1D1D-D0F3-C4E5-02B00C178FB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A142330-C74C-BF16-A32D-7B885A57FF9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F7417ED-807F-9205-FD26-B3A1DE24E34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71BB5DA-5ABE-74DF-C5CC-621E678A543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15FCF18-BC51-8680-CD33-4F8F62CE5E4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DD0251F-475B-E256-B8D6-4FDDF7FEA53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EE0D12F-C427-D968-F606-B1FFEFB7DE6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9DDBF4A-2231-3E71-5D5D-214C915A3F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CB68BC6-5D56-F9AF-FB29-11B75002CEB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286FEEC-D4C8-9A8E-75A8-E50993CFD78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E696FFC9-0A7B-0B47-B7A5-C4959D1CCCC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90D5C5E-5F3D-BB7D-1F57-0D2DFF84354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B88C7E1-6263-A8FF-75FC-4FC27275295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7699F72-E5AE-D647-F518-FB8794FAEDF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F5EB481-3255-1E0B-F991-E2472EB7A96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8093678-FEA3-368E-2440-F2D30E814D0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BE6D7D0-C562-DD0E-B207-A50FFC2C79A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5553A99-6003-CBDD-5679-4401AFD35BA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EAEA36CC-1C77-F783-A0A4-EBBC16E2A87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DB83AB5-ABFD-7116-D9B0-9CA276FCF17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B1ECC8BD-7455-8913-D7D9-1AD078943C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B526182-6A9F-768C-F120-B4C924FE8B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2B030CD-DB07-6BF3-1DF2-CCB538AF60D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700B037-5BFF-6646-58D5-ACAC58D9A3D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73D7CCE-C46D-B394-DC15-512AEA3DEF1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0040BAC-78BB-4AE2-F18E-1D2AF81B319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DB0CA85-1EE3-3728-2534-9E67548113C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A6DB045-1179-4DA8-2F31-B675ED4EFC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CC188121-7CB1-F724-F190-F105DFE9EBB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0D488E1E-1A28-730D-2096-294CE674298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8DE75387-EE7A-F123-C946-A381024663D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D8A8CC4-CC97-47BE-B340-0897654148A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2E0740E-536D-8F87-1130-0EBD17B4457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DFE02CAB-C1C9-4257-B1A5-31DFFA23EF5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8510BED-E57C-3CF6-5105-060A57D0E9D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4E80855-7275-CF88-39B9-F204607637D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802E404-3798-A846-D6DA-C174153AE7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60B4F9B-0B80-C896-52DD-678C1102A28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1496D30-4C89-ACCB-68CF-7A38BA2B00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E8B3008-6D04-A824-81B1-E6E038AC39C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30EB556-0B66-623E-F7EF-16B0678002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C7D1E79-DC91-17AF-C96D-FB8A2807525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DA74C6F-F48F-D8C2-C8A6-544A8FDE7AA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3A713E1-1355-6425-DB7F-363D019BC5F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BB69A3B-F8EC-275F-6D5C-04D7684E774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B327A617-1984-26CC-D299-458551B509A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F1356060-624D-85AF-5E54-7EC307B8737E}"/>
              </a:ext>
            </a:extLst>
          </p:cNvPr>
          <p:cNvSpPr/>
          <p:nvPr userDrawn="1"/>
        </p:nvSpPr>
        <p:spPr>
          <a:xfrm rot="5400000" flipV="1">
            <a:off x="672084" y="2412430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B0D9869B-8E30-3BC3-479C-F14C36A8575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00797" y="2010648"/>
            <a:ext cx="4937760" cy="830997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AB96A551-8641-F685-773C-72E526A21D61}"/>
              </a:ext>
            </a:extLst>
          </p:cNvPr>
          <p:cNvSpPr/>
          <p:nvPr userDrawn="1"/>
        </p:nvSpPr>
        <p:spPr>
          <a:xfrm rot="5400000" flipV="1">
            <a:off x="6094473" y="2412430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07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gradFill>
          <a:gsLst>
            <a:gs pos="0">
              <a:schemeClr val="bg1"/>
            </a:gs>
            <a:gs pos="50000">
              <a:schemeClr val="bg1"/>
            </a:gs>
            <a:gs pos="100000">
              <a:schemeClr val="accent2">
                <a:lumMod val="40000"/>
                <a:lumOff val="60000"/>
                <a:alpha val="4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2560320"/>
            <a:ext cx="4937760" cy="342900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9604D289-A516-3A0F-46C5-97B322E5B7A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400800" y="2560320"/>
            <a:ext cx="4937760" cy="3429000"/>
          </a:xfrm>
        </p:spPr>
        <p:txBody>
          <a:bodyPr/>
          <a:lstStyle>
            <a:lvl1pPr marL="228600" indent="-228600">
              <a:buClr>
                <a:schemeClr val="accent2"/>
              </a:buClr>
              <a:buSzPct val="100000"/>
              <a:buFont typeface="+mj-lt"/>
              <a:buAutoNum type="arabicPeriod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4E0819-BE2B-F8C3-E021-BB47F86A1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8408" y="2011680"/>
            <a:ext cx="49377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4DA95B5-7207-0F5D-C65D-F7AF4504A4C2}"/>
              </a:ext>
            </a:extLst>
          </p:cNvPr>
          <p:cNvSpPr/>
          <p:nvPr userDrawn="1"/>
        </p:nvSpPr>
        <p:spPr>
          <a:xfrm rot="5400000" flipV="1">
            <a:off x="854964" y="222879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8B669B1-D968-A2DD-A463-332B04A31B98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400800" y="2011680"/>
            <a:ext cx="49377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D713AB3-42BA-0705-882C-3D71CA4A2C88}"/>
              </a:ext>
            </a:extLst>
          </p:cNvPr>
          <p:cNvSpPr/>
          <p:nvPr userDrawn="1"/>
        </p:nvSpPr>
        <p:spPr>
          <a:xfrm rot="5400000" flipV="1">
            <a:off x="6277356" y="222879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F7F16F2-4591-7802-A894-B8412F548EA8}"/>
              </a:ext>
            </a:extLst>
          </p:cNvPr>
          <p:cNvGrpSpPr/>
          <p:nvPr userDrawn="1"/>
        </p:nvGrpSpPr>
        <p:grpSpPr>
          <a:xfrm>
            <a:off x="-347596" y="3882272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92E0E7E-82DA-D376-E01E-524A3E4195D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8B0B7211-0E4F-527B-D6EE-72A9F77EA7D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6F0F37EF-456A-2662-72A1-5932EE9EE48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74F018B-B14B-A801-6BE7-26119875091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89D594F4-B67E-8D37-6E61-C680CB6DB1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E8B93E8F-ADA6-C24C-1D36-ABBD16055C9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AC2C2ED-515B-81D6-0972-628C8979173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5B5D62DD-AF7C-3851-0055-C7FEFA294FF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82F35294-6D11-2E53-F263-83698D5EC0F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755AEE6-5A93-ADC0-17E2-18C90B06166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4AB85068-F4FC-2E7A-4434-A90CD4425EC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4773172-E918-0E99-FE10-3ECF533AFA6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5E14BFEE-EB33-CAD8-BE66-26A447E7B29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F6F6EF53-8A50-651C-39DA-15293F0A098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BD721D4E-CC86-3A91-60CD-4147473B194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891FC9D6-5769-FB10-EA55-35D95BB4E61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577C18AA-8B0F-12F4-E767-1B262EBFECC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93DB78BD-BE2E-FD64-1D31-BF165DF5599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91440C2-8806-60A1-FA86-411A1FE8EBD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8AC05B16-DDD6-083A-765E-489F22967AF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27C0A531-1CDC-D03E-B2E4-3F988B5AC55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FF3C4E8E-521A-62C8-0BEE-BE22BADC858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B68A3395-6680-5658-9DAF-19CA423EA5A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FA166FE7-FB85-B53E-4B6B-054E1945288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437F3472-C11F-1385-433D-F2D94ABE0A1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C3D553C8-5374-A532-DD61-51D0E05F17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1EEAB0E7-27ED-4CB2-3A8F-2F5709C5EDD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E2072B4D-1CD7-17D8-F8FD-29B9936DB1B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C715300C-C42C-356A-31F6-ACB4CED98F1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564F285-5574-1FF0-4F08-12881A95763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392C627B-8725-9CEC-FA60-E02492B1195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F3948734-1147-9105-F526-DEAA0D4453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0141578D-AFFC-7B06-E8C7-38D39DDFF96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B6DDE74A-CEE3-2EAB-04F4-BA1BB33D5E5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BF96900B-38BE-3C91-0EAB-2C3FA498522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765AA070-E717-E741-1CAB-A6896EB6B19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EDB3E92B-6129-0AE9-C976-67B1EBDCFCC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08AEEB5C-D9F2-6EBC-9CBD-D5B34181A2B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6C31572A-1A44-159F-5628-C758EAA4E40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5EC6D21C-7655-C5A7-6337-85935CD58CB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016ABEA8-8F67-D3B6-CBDD-75A89C6882A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C5CF02FD-1F30-6E07-EA2B-294785E007B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21D6D99-4A22-39F3-D24A-8BC1044BD5B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920F9460-51EC-1A14-F9E8-0D518B60752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CBA5EB6D-551A-2E35-07AE-E2FA10242B1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8365B054-8A07-6BFB-8687-559BA594FEC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F027340-2493-3C27-7F88-CC42E98553D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309E26B0-C586-0FA5-8F6B-CD81B0B50C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9E67F7ED-F9F7-1376-1011-8793333CC3F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10836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69FA7DB-B0C6-8BF6-5B1E-D8543C39A134}"/>
              </a:ext>
            </a:extLst>
          </p:cNvPr>
          <p:cNvSpPr/>
          <p:nvPr userDrawn="1"/>
        </p:nvSpPr>
        <p:spPr>
          <a:xfrm>
            <a:off x="6625042" y="2043430"/>
            <a:ext cx="4711931" cy="6824749"/>
          </a:xfrm>
          <a:prstGeom prst="roundRect">
            <a:avLst>
              <a:gd name="adj" fmla="val 50000"/>
            </a:avLst>
          </a:prstGeom>
          <a:gradFill>
            <a:gsLst>
              <a:gs pos="36000">
                <a:schemeClr val="bg1">
                  <a:alpha val="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A953A-40E4-5E10-9EA6-456FEE1FF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8408" y="2011680"/>
            <a:ext cx="49377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2560320"/>
            <a:ext cx="4937760" cy="342900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9A51B45-8516-9485-4B21-F582A24ED7DA}"/>
              </a:ext>
            </a:extLst>
          </p:cNvPr>
          <p:cNvSpPr/>
          <p:nvPr userDrawn="1"/>
        </p:nvSpPr>
        <p:spPr>
          <a:xfrm rot="5400000" flipV="1">
            <a:off x="854964" y="222879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A5C47D-E2DC-8EEF-05C9-F5F383C330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24638" y="2043430"/>
            <a:ext cx="4723860" cy="3945890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84676-605E-1AD3-03CD-3C2C5FF245C4}"/>
              </a:ext>
            </a:extLst>
          </p:cNvPr>
          <p:cNvGrpSpPr/>
          <p:nvPr userDrawn="1"/>
        </p:nvGrpSpPr>
        <p:grpSpPr>
          <a:xfrm>
            <a:off x="10995571" y="-508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E20B10-BAEB-4C37-57E6-D38D038A03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3BF4A52-FFCA-C0A7-3B69-C32942BF97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547185A-7C7B-626C-3951-2E528B8EC31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3E0E4D3-6D77-D9BD-7481-57DD98BA0C7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01EAB00-F74F-CC8C-7B13-79BCB7EC9F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6DE5A1F-CC24-DC93-7A10-2C756DEE05F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8EAB7AE-3832-E227-91C3-1797A4C5C79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F759955-51B0-F21D-588D-6C28BD3D8B7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FF44DEE-A2BB-1277-972E-C2FCA48521C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F8343AD-477C-D66F-B797-FD2FD3C80D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F000A35-E5E1-5E5E-DD68-062F3A313A2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A0AB41A-AFC6-84F3-77B6-062AB7FA3BB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B3988A9-8341-47FB-B3D6-76139E6AB3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AB9658A-9EB7-C933-D197-2D78CFD792E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6B89543-ABFD-CA4C-FF60-A476F10265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9B7032E-5892-D0F0-9131-60B86443ABE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5675271-9D80-AA36-47B3-B9386F11AAB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2D17EE2-1A1D-929D-8C5F-7364ACD952B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24EE329-132A-DC98-823E-1866D4B2942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D72D869-253C-55AB-662F-D5AA993665D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9F58309-3A59-7383-8A6B-560E7ECF0CD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64D6E7B-8E0D-30A5-82D1-606581FC9B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F5ACF42-628D-D122-C9D2-2C7E6C9E4DF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DC110D9-5294-6968-F8DB-17184362591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88BBD11-1032-E164-5E7A-C6EBA95B9C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135AF11-6D53-274D-80D3-A38B4E8960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34CD9A8-280B-8628-52C8-1E3279DC90C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8B6E1C5-F6C9-B10F-49F0-8CD2E2B2E3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B6FC588-5BD2-4052-366E-ED059A9951B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8BF5959-C085-0E1B-A700-6FDAD02E0EB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07AC677-787C-BE73-08D1-E217BBE200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806462A-29AA-DFB3-112E-4FE8B872EE3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93FAFEF-CC17-B744-1854-B06B6375FE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D31D8AE-67E2-E490-1E3C-4C93FADC52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8DDD43E-7C64-CCA1-A7A8-A16A720733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9B90E91-17F1-06DE-7994-80037DE6EED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70E36B9-1A06-DCB4-8D7B-447489AE52F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FDBD809-646C-1FD6-17E7-A63FA12CD2B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0A19DF9-D727-94BC-398E-22EBAF063EC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51FD83F-6D57-5BE0-AF76-37557C94A94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6FE3DAD9-836C-FD7F-86DD-D9B8D088C1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BC415FB-E6AE-EDC4-832D-D8EBAAAA5A5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E9751F1-A541-338E-7F82-4F9DDDF70E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B8B36FB-8B17-42E6-BCFB-4FCFFE4F4E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4E9914D-EFBE-B004-3440-3EF0CA5CA40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5A2064D-A11E-9C14-8F8F-61994573C1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83F31EB-F1AE-654B-950A-D8CA62A8D60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4F2F69E-2FA6-E099-099B-56DA4410EB6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F9BE777-4978-5978-3119-8FF6D195A4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717145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D1CAC1-FDC8-3458-8C26-C0D4C0EF8747}"/>
              </a:ext>
            </a:extLst>
          </p:cNvPr>
          <p:cNvSpPr/>
          <p:nvPr userDrawn="1"/>
        </p:nvSpPr>
        <p:spPr>
          <a:xfrm rot="16200000">
            <a:off x="7819161" y="366207"/>
            <a:ext cx="4435703" cy="682474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A953A-40E4-5E10-9EA6-456FEE1FF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8408" y="2011680"/>
            <a:ext cx="49377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2560320"/>
            <a:ext cx="4937760" cy="342900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9A51B45-8516-9485-4B21-F582A24ED7DA}"/>
              </a:ext>
            </a:extLst>
          </p:cNvPr>
          <p:cNvSpPr/>
          <p:nvPr userDrawn="1"/>
        </p:nvSpPr>
        <p:spPr>
          <a:xfrm rot="5400000" flipV="1">
            <a:off x="854964" y="222879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A5C47D-E2DC-8EEF-05C9-F5F383C330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24638" y="2043430"/>
            <a:ext cx="4723860" cy="3945890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84676-605E-1AD3-03CD-3C2C5FF245C4}"/>
              </a:ext>
            </a:extLst>
          </p:cNvPr>
          <p:cNvGrpSpPr/>
          <p:nvPr userDrawn="1"/>
        </p:nvGrpSpPr>
        <p:grpSpPr>
          <a:xfrm>
            <a:off x="10995571" y="-508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E20B10-BAEB-4C37-57E6-D38D038A03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3BF4A52-FFCA-C0A7-3B69-C32942BF97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547185A-7C7B-626C-3951-2E528B8EC31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3E0E4D3-6D77-D9BD-7481-57DD98BA0C7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01EAB00-F74F-CC8C-7B13-79BCB7EC9F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6DE5A1F-CC24-DC93-7A10-2C756DEE05F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8EAB7AE-3832-E227-91C3-1797A4C5C79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F759955-51B0-F21D-588D-6C28BD3D8B7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FF44DEE-A2BB-1277-972E-C2FCA48521C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F8343AD-477C-D66F-B797-FD2FD3C80D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F000A35-E5E1-5E5E-DD68-062F3A313A2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A0AB41A-AFC6-84F3-77B6-062AB7FA3BB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B3988A9-8341-47FB-B3D6-76139E6AB3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AB9658A-9EB7-C933-D197-2D78CFD792E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6B89543-ABFD-CA4C-FF60-A476F10265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9B7032E-5892-D0F0-9131-60B86443ABE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5675271-9D80-AA36-47B3-B9386F11AAB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2D17EE2-1A1D-929D-8C5F-7364ACD952B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24EE329-132A-DC98-823E-1866D4B2942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D72D869-253C-55AB-662F-D5AA993665D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9F58309-3A59-7383-8A6B-560E7ECF0CD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64D6E7B-8E0D-30A5-82D1-606581FC9B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F5ACF42-628D-D122-C9D2-2C7E6C9E4DF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DC110D9-5294-6968-F8DB-17184362591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88BBD11-1032-E164-5E7A-C6EBA95B9C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135AF11-6D53-274D-80D3-A38B4E8960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34CD9A8-280B-8628-52C8-1E3279DC90C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8B6E1C5-F6C9-B10F-49F0-8CD2E2B2E3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B6FC588-5BD2-4052-366E-ED059A9951B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8BF5959-C085-0E1B-A700-6FDAD02E0EB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07AC677-787C-BE73-08D1-E217BBE200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806462A-29AA-DFB3-112E-4FE8B872EE3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93FAFEF-CC17-B744-1854-B06B6375FE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D31D8AE-67E2-E490-1E3C-4C93FADC52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8DDD43E-7C64-CCA1-A7A8-A16A720733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9B90E91-17F1-06DE-7994-80037DE6EED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70E36B9-1A06-DCB4-8D7B-447489AE52F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FDBD809-646C-1FD6-17E7-A63FA12CD2B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0A19DF9-D727-94BC-398E-22EBAF063EC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51FD83F-6D57-5BE0-AF76-37557C94A94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6FE3DAD9-836C-FD7F-86DD-D9B8D088C1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BC415FB-E6AE-EDC4-832D-D8EBAAAA5A5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E9751F1-A541-338E-7F82-4F9DDDF70E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B8B36FB-8B17-42E6-BCFB-4FCFFE4F4E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4E9914D-EFBE-B004-3440-3EF0CA5CA40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5A2064D-A11E-9C14-8F8F-61994573C1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83F31EB-F1AE-654B-950A-D8CA62A8D60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4F2F69E-2FA6-E099-099B-56DA4410EB6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F9BE777-4978-5978-3119-8FF6D195A4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40352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69FA7DB-B0C6-8BF6-5B1E-D8543C39A134}"/>
              </a:ext>
            </a:extLst>
          </p:cNvPr>
          <p:cNvSpPr/>
          <p:nvPr userDrawn="1"/>
        </p:nvSpPr>
        <p:spPr>
          <a:xfrm>
            <a:off x="978408" y="2039112"/>
            <a:ext cx="4711931" cy="6824749"/>
          </a:xfrm>
          <a:prstGeom prst="roundRect">
            <a:avLst>
              <a:gd name="adj" fmla="val 50000"/>
            </a:avLst>
          </a:prstGeom>
          <a:gradFill>
            <a:gsLst>
              <a:gs pos="36000">
                <a:schemeClr val="bg1">
                  <a:alpha val="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A953A-40E4-5E10-9EA6-456FEE1FF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9425" y="2011680"/>
            <a:ext cx="49377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19425" y="2560320"/>
            <a:ext cx="4937760" cy="342900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9A51B45-8516-9485-4B21-F582A24ED7DA}"/>
              </a:ext>
            </a:extLst>
          </p:cNvPr>
          <p:cNvSpPr/>
          <p:nvPr userDrawn="1"/>
        </p:nvSpPr>
        <p:spPr>
          <a:xfrm rot="5400000" flipV="1">
            <a:off x="6495981" y="222879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A5C47D-E2DC-8EEF-05C9-F5F383C330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8408" y="2039112"/>
            <a:ext cx="4723860" cy="3945890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84676-605E-1AD3-03CD-3C2C5FF245C4}"/>
              </a:ext>
            </a:extLst>
          </p:cNvPr>
          <p:cNvGrpSpPr/>
          <p:nvPr userDrawn="1"/>
        </p:nvGrpSpPr>
        <p:grpSpPr>
          <a:xfrm>
            <a:off x="10995571" y="-508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E20B10-BAEB-4C37-57E6-D38D038A03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3BF4A52-FFCA-C0A7-3B69-C32942BF97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547185A-7C7B-626C-3951-2E528B8EC31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3E0E4D3-6D77-D9BD-7481-57DD98BA0C7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01EAB00-F74F-CC8C-7B13-79BCB7EC9F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6DE5A1F-CC24-DC93-7A10-2C756DEE05F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8EAB7AE-3832-E227-91C3-1797A4C5C79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F759955-51B0-F21D-588D-6C28BD3D8B7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FF44DEE-A2BB-1277-972E-C2FCA48521C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F8343AD-477C-D66F-B797-FD2FD3C80D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F000A35-E5E1-5E5E-DD68-062F3A313A2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A0AB41A-AFC6-84F3-77B6-062AB7FA3BB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B3988A9-8341-47FB-B3D6-76139E6AB3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AB9658A-9EB7-C933-D197-2D78CFD792E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6B89543-ABFD-CA4C-FF60-A476F10265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9B7032E-5892-D0F0-9131-60B86443ABE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5675271-9D80-AA36-47B3-B9386F11AAB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2D17EE2-1A1D-929D-8C5F-7364ACD952B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24EE329-132A-DC98-823E-1866D4B2942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D72D869-253C-55AB-662F-D5AA993665D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9F58309-3A59-7383-8A6B-560E7ECF0CD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64D6E7B-8E0D-30A5-82D1-606581FC9B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F5ACF42-628D-D122-C9D2-2C7E6C9E4DF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DC110D9-5294-6968-F8DB-17184362591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88BBD11-1032-E164-5E7A-C6EBA95B9C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135AF11-6D53-274D-80D3-A38B4E8960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34CD9A8-280B-8628-52C8-1E3279DC90C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8B6E1C5-F6C9-B10F-49F0-8CD2E2B2E3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B6FC588-5BD2-4052-366E-ED059A9951B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8BF5959-C085-0E1B-A700-6FDAD02E0EB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07AC677-787C-BE73-08D1-E217BBE200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806462A-29AA-DFB3-112E-4FE8B872EE3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93FAFEF-CC17-B744-1854-B06B6375FE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D31D8AE-67E2-E490-1E3C-4C93FADC52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8DDD43E-7C64-CCA1-A7A8-A16A720733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9B90E91-17F1-06DE-7994-80037DE6EED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70E36B9-1A06-DCB4-8D7B-447489AE52F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FDBD809-646C-1FD6-17E7-A63FA12CD2B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0A19DF9-D727-94BC-398E-22EBAF063EC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51FD83F-6D57-5BE0-AF76-37557C94A94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6FE3DAD9-836C-FD7F-86DD-D9B8D088C1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BC415FB-E6AE-EDC4-832D-D8EBAAAA5A5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E9751F1-A541-338E-7F82-4F9DDDF70E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B8B36FB-8B17-42E6-BCFB-4FCFFE4F4E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4E9914D-EFBE-B004-3440-3EF0CA5CA40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5A2064D-A11E-9C14-8F8F-61994573C1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83F31EB-F1AE-654B-950A-D8CA62A8D60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4F2F69E-2FA6-E099-099B-56DA4410EB6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F9BE777-4978-5978-3119-8FF6D195A4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18266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D51535B-1DF2-F5D3-21D8-DA0CD572ED60}"/>
              </a:ext>
            </a:extLst>
          </p:cNvPr>
          <p:cNvSpPr/>
          <p:nvPr userDrawn="1"/>
        </p:nvSpPr>
        <p:spPr>
          <a:xfrm rot="5400000">
            <a:off x="87872" y="366207"/>
            <a:ext cx="4435703" cy="682474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A953A-40E4-5E10-9EA6-456FEE1FF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19425" y="2011680"/>
            <a:ext cx="49377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19425" y="2560320"/>
            <a:ext cx="4937760" cy="342900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A5C47D-E2DC-8EEF-05C9-F5F383C330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78408" y="2039112"/>
            <a:ext cx="4723860" cy="3945890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84676-605E-1AD3-03CD-3C2C5FF245C4}"/>
              </a:ext>
            </a:extLst>
          </p:cNvPr>
          <p:cNvGrpSpPr/>
          <p:nvPr userDrawn="1"/>
        </p:nvGrpSpPr>
        <p:grpSpPr>
          <a:xfrm>
            <a:off x="10995571" y="-508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E20B10-BAEB-4C37-57E6-D38D038A03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3BF4A52-FFCA-C0A7-3B69-C32942BF97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547185A-7C7B-626C-3951-2E528B8EC31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3E0E4D3-6D77-D9BD-7481-57DD98BA0C7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01EAB00-F74F-CC8C-7B13-79BCB7EC9F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6DE5A1F-CC24-DC93-7A10-2C756DEE05F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8EAB7AE-3832-E227-91C3-1797A4C5C79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F759955-51B0-F21D-588D-6C28BD3D8B7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FF44DEE-A2BB-1277-972E-C2FCA48521C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F8343AD-477C-D66F-B797-FD2FD3C80D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F000A35-E5E1-5E5E-DD68-062F3A313A2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A0AB41A-AFC6-84F3-77B6-062AB7FA3BB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B3988A9-8341-47FB-B3D6-76139E6AB3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AB9658A-9EB7-C933-D197-2D78CFD792E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D6B89543-ABFD-CA4C-FF60-A476F10265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49B7032E-5892-D0F0-9131-60B86443ABE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5675271-9D80-AA36-47B3-B9386F11AAB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2D17EE2-1A1D-929D-8C5F-7364ACD952B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24EE329-132A-DC98-823E-1866D4B2942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D72D869-253C-55AB-662F-D5AA993665D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9F58309-3A59-7383-8A6B-560E7ECF0CD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64D6E7B-8E0D-30A5-82D1-606581FC9B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F5ACF42-628D-D122-C9D2-2C7E6C9E4DF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DC110D9-5294-6968-F8DB-17184362591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88BBD11-1032-E164-5E7A-C6EBA95B9CA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135AF11-6D53-274D-80D3-A38B4E8960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534CD9A8-280B-8628-52C8-1E3279DC90C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8B6E1C5-F6C9-B10F-49F0-8CD2E2B2E3E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B6FC588-5BD2-4052-366E-ED059A9951B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8BF5959-C085-0E1B-A700-6FDAD02E0EB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07AC677-787C-BE73-08D1-E217BBE200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5806462A-29AA-DFB3-112E-4FE8B872EE3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93FAFEF-CC17-B744-1854-B06B6375FE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D31D8AE-67E2-E490-1E3C-4C93FADC52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8DDD43E-7C64-CCA1-A7A8-A16A720733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9B90E91-17F1-06DE-7994-80037DE6EED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470E36B9-1A06-DCB4-8D7B-447489AE52F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FDBD809-646C-1FD6-17E7-A63FA12CD2B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0A19DF9-D727-94BC-398E-22EBAF063EC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51FD83F-6D57-5BE0-AF76-37557C94A94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6FE3DAD9-836C-FD7F-86DD-D9B8D088C1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BC415FB-E6AE-EDC4-832D-D8EBAAAA5A5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E9751F1-A541-338E-7F82-4F9DDDF70E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B8B36FB-8B17-42E6-BCFB-4FCFFE4F4EA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4E9914D-EFBE-B004-3440-3EF0CA5CA40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5A2064D-A11E-9C14-8F8F-61994573C1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83F31EB-F1AE-654B-950A-D8CA62A8D60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4F2F69E-2FA6-E099-099B-56DA4410EB6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F9BE777-4978-5978-3119-8FF6D195A4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9C84E35-57F6-D4CC-1632-11A390BA4711}"/>
              </a:ext>
            </a:extLst>
          </p:cNvPr>
          <p:cNvSpPr/>
          <p:nvPr userDrawn="1"/>
        </p:nvSpPr>
        <p:spPr>
          <a:xfrm rot="5400000" flipV="1">
            <a:off x="6495981" y="222879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5586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69FA7DB-B0C6-8BF6-5B1E-D8543C39A134}"/>
              </a:ext>
            </a:extLst>
          </p:cNvPr>
          <p:cNvSpPr/>
          <p:nvPr userDrawn="1"/>
        </p:nvSpPr>
        <p:spPr>
          <a:xfrm rot="16200000">
            <a:off x="7819161" y="366207"/>
            <a:ext cx="4435703" cy="682474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A953A-40E4-5E10-9EA6-456FEE1FF57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8408" y="2011680"/>
            <a:ext cx="2286000" cy="81358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2919046"/>
            <a:ext cx="2286000" cy="3024554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9A51B45-8516-9485-4B21-F582A24ED7DA}"/>
              </a:ext>
            </a:extLst>
          </p:cNvPr>
          <p:cNvSpPr/>
          <p:nvPr userDrawn="1"/>
        </p:nvSpPr>
        <p:spPr>
          <a:xfrm rot="5400000" flipV="1">
            <a:off x="672084" y="2404755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A5C47D-E2DC-8EEF-05C9-F5F383C330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24638" y="2043430"/>
            <a:ext cx="4723860" cy="394589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8" name="Text Placeholder 2">
            <a:extLst>
              <a:ext uri="{FF2B5EF4-FFF2-40B4-BE49-F238E27FC236}">
                <a16:creationId xmlns:a16="http://schemas.microsoft.com/office/drawing/2014/main" id="{E3D4066F-21EB-36B6-35ED-34B7ED5957F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651270" y="2011680"/>
            <a:ext cx="2286000" cy="81358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styles</a:t>
            </a:r>
          </a:p>
        </p:txBody>
      </p:sp>
      <p:sp>
        <p:nvSpPr>
          <p:cNvPr id="119" name="Content Placeholder 3">
            <a:extLst>
              <a:ext uri="{FF2B5EF4-FFF2-40B4-BE49-F238E27FC236}">
                <a16:creationId xmlns:a16="http://schemas.microsoft.com/office/drawing/2014/main" id="{A05D617A-FB66-98D9-669C-61F1E068DDDF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3651270" y="2919046"/>
            <a:ext cx="2286000" cy="3024554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1F7592F7-B58A-0C9A-055E-2582567E1BF2}"/>
              </a:ext>
            </a:extLst>
          </p:cNvPr>
          <p:cNvSpPr/>
          <p:nvPr userDrawn="1"/>
        </p:nvSpPr>
        <p:spPr>
          <a:xfrm rot="5400000" flipV="1">
            <a:off x="3344946" y="2404755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98C7200-94FA-B0DC-076A-F199EA69023A}"/>
              </a:ext>
            </a:extLst>
          </p:cNvPr>
          <p:cNvGrpSpPr/>
          <p:nvPr userDrawn="1"/>
        </p:nvGrpSpPr>
        <p:grpSpPr>
          <a:xfrm>
            <a:off x="10995571" y="-508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45EE0C05-E034-307E-7810-CD78B792994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33D2506A-02AD-C771-2DD7-B46D3AE8F0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34057F00-1DB1-FC04-DECC-327925F9A3C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00161BB-AEFA-51AC-D5E3-1B58F192675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F4D61835-ED68-9982-26ED-0F0D6FD97E9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D2A6E489-22AD-EE04-B1EF-55EDDE45AE8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4E0839C8-A57F-1D30-3683-F0420B85F6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B7AAF542-A3AE-471F-F29D-2783C91A75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CAFBAF9E-E22C-EEBB-342E-E7C69504AA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38C4C467-60C3-FE49-C636-17D205586F3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BA426689-5C8D-EE26-83B6-02430EACCC1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4BE0B16C-0A53-D4DD-43CD-32ADB46367A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B3B6DC3-E4F7-52E2-E21D-353C471765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2A5AE925-D87F-D409-7346-05BEAB49D1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06064276-D926-3C94-6DEE-9D946629200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9C868485-10A8-C21E-87E0-A6955E38A1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186387E-068C-A6CC-6BE4-CB430B84B85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40A04F83-8CBC-62FA-0259-FE1DD9BC9CB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A1ECF8B5-3D9E-6C38-3F57-F4771C4A571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32AE5562-0594-3298-4750-61102B1ADB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248ADD-7969-8FEB-BF3D-597083A9978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832AFE0A-C6B4-554D-DA68-974CCA21BF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FB152A26-F47F-E3BA-A6F1-940F025F70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9952B13-0E6A-0A39-E9EF-E9399446894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BAABFF12-D103-361E-A9C4-B2FD8FA5E8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8C0619F7-F2FF-E517-E60D-9BDCA5BB954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FE2D1658-2ACE-F6DF-1233-F936736AB09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8C8F2E63-F27E-6069-4A74-71D338B34E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65BC4FDF-D3E3-75F4-4D2A-F185CF04BF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75EADD84-6BF6-E74E-6F61-B39F54A0912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A414562A-DCA0-9AB8-7105-8CC38EFDF1C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E4FE2DE-4A81-EA3E-18FC-26DA4C7E984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4604CD73-96D1-3FBF-A242-D519C179813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EE393D02-0CFE-6910-D0B9-D1644B5915B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A7EE4B86-C570-6F38-FE87-80C4DA53FA1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F5424CAA-BE9C-E0AD-9687-2A2950C8CC4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988977A9-6280-058F-8625-442E36BD8E4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349C67CC-7022-5162-6508-1FAC2178D6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B9D9158A-6E40-37CB-8B0F-ACA11BBB98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FE424BB9-8A8C-6968-BCDE-F52A0FE0AF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637192C-BF87-43F0-2A6C-EEFD4E8DBDC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C28851C0-5E21-A1D8-4FC9-0440CEBAA10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351B0E57-0676-8580-30D0-21D7C1F049F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BFFE7057-F75B-353F-FEDD-5265BD6614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DDF02389-3E25-9576-FADC-47D88EBD0DD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205B86AE-B36E-3B77-FD5B-3C8D3496D3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580133C9-480D-B836-7284-7F99AEEE84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4C00C9FA-10A1-DF00-9313-204C3D6BAE7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D80D7F73-47E2-603D-ADCF-CF8F16F9671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90709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69FA7DB-B0C6-8BF6-5B1E-D8543C39A134}"/>
              </a:ext>
            </a:extLst>
          </p:cNvPr>
          <p:cNvSpPr/>
          <p:nvPr userDrawn="1"/>
        </p:nvSpPr>
        <p:spPr>
          <a:xfrm rot="16200000">
            <a:off x="7819161" y="366207"/>
            <a:ext cx="4435703" cy="6824749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A953A-40E4-5E10-9EA6-456FEE1FF57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78408" y="3108142"/>
            <a:ext cx="2286000" cy="81358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4015508"/>
            <a:ext cx="2286000" cy="1928092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9A51B45-8516-9485-4B21-F582A24ED7DA}"/>
              </a:ext>
            </a:extLst>
          </p:cNvPr>
          <p:cNvSpPr/>
          <p:nvPr userDrawn="1"/>
        </p:nvSpPr>
        <p:spPr>
          <a:xfrm rot="5400000" flipV="1">
            <a:off x="672084" y="3501217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A5C47D-E2DC-8EEF-05C9-F5F383C330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24638" y="2043430"/>
            <a:ext cx="4723860" cy="394589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3" name="Picture Placeholder 9">
            <a:extLst>
              <a:ext uri="{FF2B5EF4-FFF2-40B4-BE49-F238E27FC236}">
                <a16:creationId xmlns:a16="http://schemas.microsoft.com/office/drawing/2014/main" id="{38D3C2DA-8972-F6D5-0BF4-BC7468F2CA6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78408" y="2011680"/>
            <a:ext cx="2286000" cy="914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8" name="Text Placeholder 2">
            <a:extLst>
              <a:ext uri="{FF2B5EF4-FFF2-40B4-BE49-F238E27FC236}">
                <a16:creationId xmlns:a16="http://schemas.microsoft.com/office/drawing/2014/main" id="{E3D4066F-21EB-36B6-35ED-34B7ED5957F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651270" y="3108142"/>
            <a:ext cx="2286000" cy="81358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styles</a:t>
            </a:r>
          </a:p>
        </p:txBody>
      </p:sp>
      <p:sp>
        <p:nvSpPr>
          <p:cNvPr id="119" name="Content Placeholder 3">
            <a:extLst>
              <a:ext uri="{FF2B5EF4-FFF2-40B4-BE49-F238E27FC236}">
                <a16:creationId xmlns:a16="http://schemas.microsoft.com/office/drawing/2014/main" id="{A05D617A-FB66-98D9-669C-61F1E068DDDF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3651270" y="4015508"/>
            <a:ext cx="2286000" cy="1928092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1F7592F7-B58A-0C9A-055E-2582567E1BF2}"/>
              </a:ext>
            </a:extLst>
          </p:cNvPr>
          <p:cNvSpPr/>
          <p:nvPr userDrawn="1"/>
        </p:nvSpPr>
        <p:spPr>
          <a:xfrm rot="5400000" flipV="1">
            <a:off x="3344946" y="3501217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1" name="Picture Placeholder 9">
            <a:extLst>
              <a:ext uri="{FF2B5EF4-FFF2-40B4-BE49-F238E27FC236}">
                <a16:creationId xmlns:a16="http://schemas.microsoft.com/office/drawing/2014/main" id="{B8835699-0F56-790C-9015-6093E076F29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51270" y="2011680"/>
            <a:ext cx="2286000" cy="914400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98C7200-94FA-B0DC-076A-F199EA69023A}"/>
              </a:ext>
            </a:extLst>
          </p:cNvPr>
          <p:cNvGrpSpPr/>
          <p:nvPr userDrawn="1"/>
        </p:nvGrpSpPr>
        <p:grpSpPr>
          <a:xfrm>
            <a:off x="10995571" y="-508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45EE0C05-E034-307E-7810-CD78B792994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33D2506A-02AD-C771-2DD7-B46D3AE8F0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34057F00-1DB1-FC04-DECC-327925F9A3C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00161BB-AEFA-51AC-D5E3-1B58F192675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F4D61835-ED68-9982-26ED-0F0D6FD97E9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D2A6E489-22AD-EE04-B1EF-55EDDE45AE8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4E0839C8-A57F-1D30-3683-F0420B85F6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B7AAF542-A3AE-471F-F29D-2783C91A75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CAFBAF9E-E22C-EEBB-342E-E7C69504AA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38C4C467-60C3-FE49-C636-17D205586F3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BA426689-5C8D-EE26-83B6-02430EACCC1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4BE0B16C-0A53-D4DD-43CD-32ADB46367A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B3B6DC3-E4F7-52E2-E21D-353C471765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2A5AE925-D87F-D409-7346-05BEAB49D1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06064276-D926-3C94-6DEE-9D946629200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9C868485-10A8-C21E-87E0-A6955E38A1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186387E-068C-A6CC-6BE4-CB430B84B85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40A04F83-8CBC-62FA-0259-FE1DD9BC9CB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A1ECF8B5-3D9E-6C38-3F57-F4771C4A571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32AE5562-0594-3298-4750-61102B1ADB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248ADD-7969-8FEB-BF3D-597083A9978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832AFE0A-C6B4-554D-DA68-974CCA21BF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FB152A26-F47F-E3BA-A6F1-940F025F70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9952B13-0E6A-0A39-E9EF-E9399446894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BAABFF12-D103-361E-A9C4-B2FD8FA5E8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8C0619F7-F2FF-E517-E60D-9BDCA5BB954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FE2D1658-2ACE-F6DF-1233-F936736AB09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8C8F2E63-F27E-6069-4A74-71D338B34E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65BC4FDF-D3E3-75F4-4D2A-F185CF04BF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75EADD84-6BF6-E74E-6F61-B39F54A0912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A414562A-DCA0-9AB8-7105-8CC38EFDF1C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E4FE2DE-4A81-EA3E-18FC-26DA4C7E984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4604CD73-96D1-3FBF-A242-D519C179813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EE393D02-0CFE-6910-D0B9-D1644B5915B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A7EE4B86-C570-6F38-FE87-80C4DA53FA1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F5424CAA-BE9C-E0AD-9687-2A2950C8CC4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988977A9-6280-058F-8625-442E36BD8E4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349C67CC-7022-5162-6508-1FAC2178D6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B9D9158A-6E40-37CB-8B0F-ACA11BBB98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FE424BB9-8A8C-6968-BCDE-F52A0FE0AF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637192C-BF87-43F0-2A6C-EEFD4E8DBDC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C28851C0-5E21-A1D8-4FC9-0440CEBAA10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351B0E57-0676-8580-30D0-21D7C1F049F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BFFE7057-F75B-353F-FEDD-5265BD6614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DDF02389-3E25-9576-FADC-47D88EBD0DD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205B86AE-B36E-3B77-FD5B-3C8D3496D3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580133C9-480D-B836-7284-7F99AEEE84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4C00C9FA-10A1-DF00-9313-204C3D6BAE7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D80D7F73-47E2-603D-ADCF-CF8F16F9671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528295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A953A-40E4-5E10-9EA6-456FEE1FF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8408" y="2011680"/>
            <a:ext cx="2286000" cy="7078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68330-9A61-74C5-2C72-A20EB5DB4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2816352"/>
            <a:ext cx="2286000" cy="91440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9A51B45-8516-9485-4B21-F582A24ED7DA}"/>
              </a:ext>
            </a:extLst>
          </p:cNvPr>
          <p:cNvSpPr/>
          <p:nvPr userDrawn="1"/>
        </p:nvSpPr>
        <p:spPr>
          <a:xfrm rot="5400000" flipV="1">
            <a:off x="717804" y="2351907"/>
            <a:ext cx="54864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grpSp>
        <p:nvGrpSpPr>
          <p:cNvPr id="123" name="Group 122">
            <a:extLst>
              <a:ext uri="{FF2B5EF4-FFF2-40B4-BE49-F238E27FC236}">
                <a16:creationId xmlns:a16="http://schemas.microsoft.com/office/drawing/2014/main" id="{598C7200-94FA-B0DC-076A-F199EA69023A}"/>
              </a:ext>
            </a:extLst>
          </p:cNvPr>
          <p:cNvGrpSpPr/>
          <p:nvPr userDrawn="1"/>
        </p:nvGrpSpPr>
        <p:grpSpPr>
          <a:xfrm>
            <a:off x="10995571" y="-508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45EE0C05-E034-307E-7810-CD78B792994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33D2506A-02AD-C771-2DD7-B46D3AE8F0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34057F00-1DB1-FC04-DECC-327925F9A3C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00161BB-AEFA-51AC-D5E3-1B58F192675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F4D61835-ED68-9982-26ED-0F0D6FD97E9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D2A6E489-22AD-EE04-B1EF-55EDDE45AE8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4E0839C8-A57F-1D30-3683-F0420B85F6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B7AAF542-A3AE-471F-F29D-2783C91A754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CAFBAF9E-E22C-EEBB-342E-E7C69504AAD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38C4C467-60C3-FE49-C636-17D205586F3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BA426689-5C8D-EE26-83B6-02430EACCC1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4BE0B16C-0A53-D4DD-43CD-32ADB46367A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B3B6DC3-E4F7-52E2-E21D-353C471765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2A5AE925-D87F-D409-7346-05BEAB49D1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06064276-D926-3C94-6DEE-9D946629200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9C868485-10A8-C21E-87E0-A6955E38A1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D186387E-068C-A6CC-6BE4-CB430B84B85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40A04F83-8CBC-62FA-0259-FE1DD9BC9CB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A1ECF8B5-3D9E-6C38-3F57-F4771C4A571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32AE5562-0594-3298-4750-61102B1ADBA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4248ADD-7969-8FEB-BF3D-597083A9978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832AFE0A-C6B4-554D-DA68-974CCA21BF3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FB152A26-F47F-E3BA-A6F1-940F025F70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B9952B13-0E6A-0A39-E9EF-E9399446894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BAABFF12-D103-361E-A9C4-B2FD8FA5E81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8C0619F7-F2FF-E517-E60D-9BDCA5BB954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FE2D1658-2ACE-F6DF-1233-F936736AB09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8C8F2E63-F27E-6069-4A74-71D338B34E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65BC4FDF-D3E3-75F4-4D2A-F185CF04BF9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75EADD84-6BF6-E74E-6F61-B39F54A0912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A414562A-DCA0-9AB8-7105-8CC38EFDF1C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AE4FE2DE-4A81-EA3E-18FC-26DA4C7E984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4604CD73-96D1-3FBF-A242-D519C179813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EE393D02-0CFE-6910-D0B9-D1644B5915B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A7EE4B86-C570-6F38-FE87-80C4DA53FA1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F5424CAA-BE9C-E0AD-9687-2A2950C8CC4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988977A9-6280-058F-8625-442E36BD8E4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349C67CC-7022-5162-6508-1FAC2178D65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B9D9158A-6E40-37CB-8B0F-ACA11BBB98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FE424BB9-8A8C-6968-BCDE-F52A0FE0AF9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9637192C-BF87-43F0-2A6C-EEFD4E8DBDC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C28851C0-5E21-A1D8-4FC9-0440CEBAA10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351B0E57-0676-8580-30D0-21D7C1F049F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BFFE7057-F75B-353F-FEDD-5265BD6614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DDF02389-3E25-9576-FADC-47D88EBD0DD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205B86AE-B36E-3B77-FD5B-3C8D3496D3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580133C9-480D-B836-7284-7F99AEEE846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4C00C9FA-10A1-DF00-9313-204C3D6BAE7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D80D7F73-47E2-603D-ADCF-CF8F16F9671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7B757E2-5AEA-C6A2-24E9-014F1760F99D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978408" y="4273250"/>
            <a:ext cx="2286000" cy="7078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91427DE-067C-894A-E459-28D4EFE750E4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78408" y="5074920"/>
            <a:ext cx="2286000" cy="91440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79BB5C4-F541-F25A-A8E5-CE8CF2B0D419}"/>
              </a:ext>
            </a:extLst>
          </p:cNvPr>
          <p:cNvSpPr/>
          <p:nvPr userDrawn="1"/>
        </p:nvSpPr>
        <p:spPr>
          <a:xfrm rot="5400000" flipV="1">
            <a:off x="717804" y="4613477"/>
            <a:ext cx="54864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72A69C3-6A83-7A18-02F0-C9E5AF74CAA4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9039113" y="2011680"/>
            <a:ext cx="2286000" cy="7078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CC02860-F96A-496B-969B-80249A130972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9039113" y="2813350"/>
            <a:ext cx="2286000" cy="91440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833A5BB-A701-56FF-BB37-FB067354659E}"/>
              </a:ext>
            </a:extLst>
          </p:cNvPr>
          <p:cNvSpPr/>
          <p:nvPr userDrawn="1"/>
        </p:nvSpPr>
        <p:spPr>
          <a:xfrm rot="5400000" flipV="1">
            <a:off x="8778509" y="2351907"/>
            <a:ext cx="54864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5F0F3DCD-D35A-AD11-1C1F-47AF590A15A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9039113" y="4273250"/>
            <a:ext cx="2286000" cy="707886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EDA5AAA3-AA25-6ECC-6B22-4F945AB6DA09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9039113" y="5074920"/>
            <a:ext cx="2286000" cy="91440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F241EDD-C7B8-F31E-6C96-584A22E3F70F}"/>
              </a:ext>
            </a:extLst>
          </p:cNvPr>
          <p:cNvSpPr/>
          <p:nvPr userDrawn="1"/>
        </p:nvSpPr>
        <p:spPr>
          <a:xfrm rot="5400000" flipV="1">
            <a:off x="8778509" y="4613477"/>
            <a:ext cx="54864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0B87DB54-5F9D-92EA-8BFD-D17CB5FB6DEC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673548" y="2011679"/>
            <a:ext cx="4937760" cy="4023360"/>
          </a:xfrm>
        </p:spPr>
        <p:txBody>
          <a:bodyPr/>
          <a:lstStyle>
            <a:lvl1pPr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9408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E03D740-713D-CA4D-2EED-C1E4898CF3E4}"/>
              </a:ext>
            </a:extLst>
          </p:cNvPr>
          <p:cNvSpPr/>
          <p:nvPr userDrawn="1"/>
        </p:nvSpPr>
        <p:spPr>
          <a:xfrm>
            <a:off x="0" y="0"/>
            <a:ext cx="512064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9513A-C043-2FAD-6312-BB424AADA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073DF-7B73-D1DC-5CF8-5A626ED7D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1ED2F37-7833-7739-91B4-75666A625794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7D0E96A-7695-31D0-E5F9-6C92E5EF460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3931920" cy="1200329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A5BC486-079E-7B96-4221-2D085B23994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9982D56-55A3-9752-EDB2-EC28BE1126F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978408" y="2468880"/>
            <a:ext cx="3776472" cy="461665"/>
          </a:xfrm>
        </p:spPr>
        <p:txBody>
          <a:bodyPr wrap="square" anchor="t">
            <a:no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ACE8C75-5597-3137-69C6-B442B27E0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3024217"/>
            <a:ext cx="3776472" cy="2963833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F50AE4B-B3DA-15F8-B187-78F911F41C0B}"/>
              </a:ext>
            </a:extLst>
          </p:cNvPr>
          <p:cNvSpPr/>
          <p:nvPr userDrawn="1"/>
        </p:nvSpPr>
        <p:spPr>
          <a:xfrm rot="5400000" flipV="1">
            <a:off x="854964" y="268599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DA50EF64-3E6D-74B7-8F53-EA42B4799A99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5392615" y="914400"/>
            <a:ext cx="5945942" cy="507365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16498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E03D740-713D-CA4D-2EED-C1E4898CF3E4}"/>
              </a:ext>
            </a:extLst>
          </p:cNvPr>
          <p:cNvSpPr/>
          <p:nvPr userDrawn="1"/>
        </p:nvSpPr>
        <p:spPr>
          <a:xfrm>
            <a:off x="0" y="0"/>
            <a:ext cx="512064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9513A-C043-2FAD-6312-BB424AADA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073DF-7B73-D1DC-5CF8-5A626ED7D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1ED2F37-7833-7739-91B4-75666A625794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7D0E96A-7695-31D0-E5F9-6C92E5EF460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3931920" cy="1130881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A5BC486-079E-7B96-4221-2D085B23994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9982D56-55A3-9752-EDB2-EC28BE1126F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978408" y="2471109"/>
            <a:ext cx="3776472" cy="830997"/>
          </a:xfr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ACE8C75-5597-3137-69C6-B442B27E0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8408" y="3429000"/>
            <a:ext cx="3776472" cy="255905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F50AE4B-B3DA-15F8-B187-78F911F41C0B}"/>
              </a:ext>
            </a:extLst>
          </p:cNvPr>
          <p:cNvSpPr/>
          <p:nvPr userDrawn="1"/>
        </p:nvSpPr>
        <p:spPr>
          <a:xfrm rot="5400000" flipV="1">
            <a:off x="672084" y="2872891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DA50EF64-3E6D-74B7-8F53-EA42B4799A99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5392615" y="914400"/>
            <a:ext cx="5945942" cy="5073650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82856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mparison">
    <p:bg>
      <p:bgPr>
        <a:gradFill>
          <a:gsLst>
            <a:gs pos="0">
              <a:schemeClr val="bg1"/>
            </a:gs>
            <a:gs pos="100000">
              <a:schemeClr val="accent2">
                <a:lumMod val="20000"/>
                <a:lumOff val="8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F40DAD7D-B6FB-D016-8754-899B8B43E6A9}"/>
              </a:ext>
            </a:extLst>
          </p:cNvPr>
          <p:cNvGrpSpPr/>
          <p:nvPr userDrawn="1"/>
        </p:nvGrpSpPr>
        <p:grpSpPr>
          <a:xfrm>
            <a:off x="10994898" y="0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968A4D51-1AB7-6DFD-D383-AC33F381C92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3179671-E6BB-F457-40BB-0FBF119C9F8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7B02A36D-3F42-36DB-D4E9-25E7513872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1A1DBFE-0E4D-1D0C-163C-46DD5F7510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FF906362-1008-9883-854E-1C944792D6A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C26D3F6-4E17-4F5B-73ED-53D913163AE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62856F2-D7FB-76C6-1A05-3B6D8068184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2945B14-F9DC-74AA-9024-318010D89F7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AE34DDC5-3980-7780-B422-761F474E2BF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5FC0977-787F-C3C9-1EE3-F26CE3D62F4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98C0D9E0-CA92-CF78-5898-5A1A21BC41C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983EA6B-6E6D-ED45-1AD0-F8B510B97F0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D8AC2E58-3256-7E80-5815-91EB0DCA1B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E2005B5-5D34-6AEC-20FF-1191CF90F8D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820FB76-B8F4-E34F-FB23-303BAAC3B70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0662898-902D-4FA6-AEAB-77B9D69D85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502D337-1AD9-9A0A-5760-63F31ED021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5B65E1A4-8043-1589-3543-A251A7FADE3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7B4A8E30-71C4-7350-BB07-C9C82C624CD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C434A90-C1C1-8A6C-3374-5CACAEB04AA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6C92F55-F73A-C387-E1D7-33B72727399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0599F316-F50A-35DC-369D-89791DC80EE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477E5B4-5062-D373-59D8-B6CE3D1ABD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150E39B-300F-4264-6ED3-FB47F6CDD2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398D913A-4514-AC6D-EF81-C0D2276CB3B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C243A70D-C7A5-09B4-AAB8-F408886485B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FD8D0D40-1676-C633-C77C-D246367DEB6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8BDEF1D-9DDA-BE4E-540A-2F022D8802F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3FC0E3C-8A7D-FDEF-CFFE-F381BFC7991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587D0D9E-24D2-D957-972F-D2FC62C3E35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3CB2A444-F778-F134-7D41-F189214A878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9A199A79-EF90-75EA-77C7-14BBA379BE3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E068DFB-41B8-A5D9-3A57-51A8ED5F094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84FE1D0-2BD7-58CD-5D6E-DA9890CBF50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EC67822-E9D9-3301-8391-62A823995B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CE8CF80C-2672-3010-DDC0-52879F0331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2D059EFF-47F1-19E8-2EB9-73A3CB44120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322FB5F-2CE7-F4DA-EB92-BE913A3A0AD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CF02121E-8602-1FCB-0126-A683EDE81E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16C24AC-79B0-14D1-B960-753BA519468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62131C17-1192-EA77-AAFF-2D68081329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F766DF13-3150-DF26-9F09-9583EDF5196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EEB5B735-5AA6-C4C8-A410-B6A7D715AEC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09002DDA-7B40-D3CD-BDA4-3F871E9943A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7AB15E8A-3248-2761-FC1E-9A2D3BC2F46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7952515-E1DE-FDFA-B338-BB1817110D6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7FF9DED-A02F-4F0B-F470-4F2F2ABA359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C5B0DDB7-CC3B-50C6-8729-6D2F54A9A95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773DD317-5966-D05D-037B-205BCD5BB4C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3" name="Picture Placeholder 9">
            <a:extLst>
              <a:ext uri="{FF2B5EF4-FFF2-40B4-BE49-F238E27FC236}">
                <a16:creationId xmlns:a16="http://schemas.microsoft.com/office/drawing/2014/main" id="{38D3C2DA-8972-F6D5-0BF4-BC7468F2CA6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78408" y="2011680"/>
            <a:ext cx="3108960" cy="1371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1" name="Picture Placeholder 9">
            <a:extLst>
              <a:ext uri="{FF2B5EF4-FFF2-40B4-BE49-F238E27FC236}">
                <a16:creationId xmlns:a16="http://schemas.microsoft.com/office/drawing/2014/main" id="{B8835699-0F56-790C-9015-6093E076F29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04004" y="2011680"/>
            <a:ext cx="3108960" cy="1371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DE64AB2-12BD-16DC-F8F5-CA012F8D0D41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229597" y="3566160"/>
            <a:ext cx="3108960" cy="830997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938012E-4CAB-1DDB-D437-959C051EBFE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8229597" y="4484844"/>
            <a:ext cx="3108960" cy="1504476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2F598C3-8A03-50E7-6E45-F4241DE8D1FB}"/>
              </a:ext>
            </a:extLst>
          </p:cNvPr>
          <p:cNvSpPr/>
          <p:nvPr userDrawn="1"/>
        </p:nvSpPr>
        <p:spPr>
          <a:xfrm rot="5400000" flipV="1">
            <a:off x="7923273" y="3967942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6E9F0FE8-8AD6-F4CF-F28F-5D8A603D8D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29600" y="2011680"/>
            <a:ext cx="3108960" cy="1371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3762168-EED3-8C35-4943-1609A7CF702A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4604004" y="3566160"/>
            <a:ext cx="3108960" cy="830997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7D8916B0-2562-ACE1-FD51-1BE2D98603D3}"/>
              </a:ext>
            </a:extLst>
          </p:cNvPr>
          <p:cNvSpPr>
            <a:spLocks noGrp="1"/>
          </p:cNvSpPr>
          <p:nvPr>
            <p:ph sz="half" idx="24"/>
          </p:nvPr>
        </p:nvSpPr>
        <p:spPr>
          <a:xfrm>
            <a:off x="4604004" y="4484844"/>
            <a:ext cx="3108960" cy="1504476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27D0AAC-4E92-C0A5-0AFB-B28EC01E3E6F}"/>
              </a:ext>
            </a:extLst>
          </p:cNvPr>
          <p:cNvSpPr/>
          <p:nvPr userDrawn="1"/>
        </p:nvSpPr>
        <p:spPr>
          <a:xfrm rot="5400000" flipV="1">
            <a:off x="4297680" y="3967942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B28D2963-E271-6A1F-6FBD-797997E7DAF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974422" y="3566160"/>
            <a:ext cx="3108960" cy="830997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132E2FB-E46C-B363-702E-F5F41674C806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974422" y="4484844"/>
            <a:ext cx="3108960" cy="1504476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1FD78A4-8BCD-6636-7ACF-E2A70EF9EA72}"/>
              </a:ext>
            </a:extLst>
          </p:cNvPr>
          <p:cNvSpPr/>
          <p:nvPr userDrawn="1"/>
        </p:nvSpPr>
        <p:spPr>
          <a:xfrm rot="5400000" flipV="1">
            <a:off x="668098" y="3967942"/>
            <a:ext cx="64008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8229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mparison">
    <p:bg>
      <p:bgPr>
        <a:gradFill>
          <a:gsLst>
            <a:gs pos="0">
              <a:schemeClr val="bg1"/>
            </a:gs>
            <a:gs pos="100000">
              <a:schemeClr val="accent2">
                <a:lumMod val="20000"/>
                <a:lumOff val="8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AE252-1BF3-96D7-FC15-7F26863D1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95B57B-F037-AD20-DB04-A03CF85A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81C5A-0774-A949-998C-A270BA4C9B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3D8C84F-8C17-7483-1AF4-4843F1A7E61E}"/>
              </a:ext>
            </a:extLst>
          </p:cNvPr>
          <p:cNvSpPr/>
          <p:nvPr userDrawn="1"/>
        </p:nvSpPr>
        <p:spPr>
          <a:xfrm flipV="1">
            <a:off x="914400" y="671565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E0E2B96-4346-5459-6E49-205997FEBDD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22960" y="914400"/>
            <a:ext cx="10515600" cy="646331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37104C-5E74-3EE2-49E7-E2FA7D5A88D8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22957" y="457200"/>
            <a:ext cx="10515600" cy="253916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Tx/>
              <a:buNone/>
              <a:defRPr lang="en-US" sz="1050" b="0" i="0" kern="1200" dirty="0" smtClean="0">
                <a:solidFill>
                  <a:schemeClr val="tx1"/>
                </a:solidFill>
                <a:latin typeface="Nunito" pitchFamily="2" charset="77"/>
                <a:ea typeface="+mn-ea"/>
                <a:cs typeface="+mn-cs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dirty="0"/>
              <a:t>Chapter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30F8-FE41-D9C9-B474-BB62272D14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grpSp>
        <p:nvGrpSpPr>
          <p:cNvPr id="63" name="Group 62">
            <a:extLst>
              <a:ext uri="{FF2B5EF4-FFF2-40B4-BE49-F238E27FC236}">
                <a16:creationId xmlns:a16="http://schemas.microsoft.com/office/drawing/2014/main" id="{F40DAD7D-B6FB-D016-8754-899B8B43E6A9}"/>
              </a:ext>
            </a:extLst>
          </p:cNvPr>
          <p:cNvGrpSpPr/>
          <p:nvPr userDrawn="1"/>
        </p:nvGrpSpPr>
        <p:grpSpPr>
          <a:xfrm>
            <a:off x="10994898" y="0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968A4D51-1AB7-6DFD-D383-AC33F381C92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3179671-E6BB-F457-40BB-0FBF119C9F8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7B02A36D-3F42-36DB-D4E9-25E75138723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1A1DBFE-0E4D-1D0C-163C-46DD5F7510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FF906362-1008-9883-854E-1C944792D6A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C26D3F6-4E17-4F5B-73ED-53D913163AE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62856F2-D7FB-76C6-1A05-3B6D8068184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2945B14-F9DC-74AA-9024-318010D89F7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AE34DDC5-3980-7780-B422-761F474E2BF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5FC0977-787F-C3C9-1EE3-F26CE3D62F4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98C0D9E0-CA92-CF78-5898-5A1A21BC41C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983EA6B-6E6D-ED45-1AD0-F8B510B97F0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D8AC2E58-3256-7E80-5815-91EB0DCA1B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E2005B5-5D34-6AEC-20FF-1191CF90F8D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820FB76-B8F4-E34F-FB23-303BAAC3B70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0662898-902D-4FA6-AEAB-77B9D69D85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502D337-1AD9-9A0A-5760-63F31ED0211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5B65E1A4-8043-1589-3543-A251A7FADE3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7B4A8E30-71C4-7350-BB07-C9C82C624CD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CC434A90-C1C1-8A6C-3374-5CACAEB04AA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6C92F55-F73A-C387-E1D7-33B72727399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0599F316-F50A-35DC-369D-89791DC80EE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2477E5B4-5062-D373-59D8-B6CE3D1ABD8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150E39B-300F-4264-6ED3-FB47F6CDD26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398D913A-4514-AC6D-EF81-C0D2276CB3B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C243A70D-C7A5-09B4-AAB8-F408886485B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FD8D0D40-1676-C633-C77C-D246367DEB6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8BDEF1D-9DDA-BE4E-540A-2F022D8802F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3FC0E3C-8A7D-FDEF-CFFE-F381BFC7991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587D0D9E-24D2-D957-972F-D2FC62C3E35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3CB2A444-F778-F134-7D41-F189214A878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9A199A79-EF90-75EA-77C7-14BBA379BE3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FE068DFB-41B8-A5D9-3A57-51A8ED5F094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84FE1D0-2BD7-58CD-5D6E-DA9890CBF50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EC67822-E9D9-3301-8391-62A823995B2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CE8CF80C-2672-3010-DDC0-52879F0331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2D059EFF-47F1-19E8-2EB9-73A3CB44120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322FB5F-2CE7-F4DA-EB92-BE913A3A0AD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CF02121E-8602-1FCB-0126-A683EDE81E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16C24AC-79B0-14D1-B960-753BA519468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62131C17-1192-EA77-AAFF-2D680813298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F766DF13-3150-DF26-9F09-9583EDF5196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EEB5B735-5AA6-C4C8-A410-B6A7D715AEC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09002DDA-7B40-D3CD-BDA4-3F871E9943A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7AB15E8A-3248-2761-FC1E-9A2D3BC2F46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7952515-E1DE-FDFA-B338-BB1817110D6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97FF9DED-A02F-4F0B-F470-4F2F2ABA359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C5B0DDB7-CC3B-50C6-8729-6D2F54A9A95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773DD317-5966-D05D-037B-205BCD5BB4C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3" name="Picture Placeholder 9">
            <a:extLst>
              <a:ext uri="{FF2B5EF4-FFF2-40B4-BE49-F238E27FC236}">
                <a16:creationId xmlns:a16="http://schemas.microsoft.com/office/drawing/2014/main" id="{38D3C2DA-8972-F6D5-0BF4-BC7468F2CA6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78408" y="2011680"/>
            <a:ext cx="3108960" cy="1371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1" name="Picture Placeholder 9">
            <a:extLst>
              <a:ext uri="{FF2B5EF4-FFF2-40B4-BE49-F238E27FC236}">
                <a16:creationId xmlns:a16="http://schemas.microsoft.com/office/drawing/2014/main" id="{B8835699-0F56-790C-9015-6093E076F29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04004" y="2011680"/>
            <a:ext cx="3108960" cy="1371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6E9F0FE8-8AD6-F4CF-F28F-5D8A603D8D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29600" y="2011680"/>
            <a:ext cx="3108960" cy="1371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B28D2963-E271-6A1F-6FBD-797997E7DAF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974422" y="3566160"/>
            <a:ext cx="31089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1132E2FB-E46C-B363-702E-F5F41674C806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974422" y="4121497"/>
            <a:ext cx="3108960" cy="1867823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1FD78A4-8BCD-6636-7ACF-E2A70EF9EA72}"/>
              </a:ext>
            </a:extLst>
          </p:cNvPr>
          <p:cNvSpPr/>
          <p:nvPr userDrawn="1"/>
        </p:nvSpPr>
        <p:spPr>
          <a:xfrm rot="5400000" flipV="1">
            <a:off x="850978" y="378327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DA02A92-F565-34A3-E7B6-2DB3F6D07CC1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4604004" y="3566160"/>
            <a:ext cx="3108960" cy="461665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8392C81-2D3D-EBB9-A902-75C6864B6EE2}"/>
              </a:ext>
            </a:extLst>
          </p:cNvPr>
          <p:cNvSpPr>
            <a:spLocks noGrp="1"/>
          </p:cNvSpPr>
          <p:nvPr>
            <p:ph sz="half" idx="28"/>
          </p:nvPr>
        </p:nvSpPr>
        <p:spPr>
          <a:xfrm>
            <a:off x="4604004" y="4121497"/>
            <a:ext cx="3108960" cy="1867823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82038E1-5A37-F380-F78B-2C1946B20E14}"/>
              </a:ext>
            </a:extLst>
          </p:cNvPr>
          <p:cNvSpPr/>
          <p:nvPr userDrawn="1"/>
        </p:nvSpPr>
        <p:spPr>
          <a:xfrm rot="5400000" flipV="1">
            <a:off x="4480560" y="378327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F285E6E-F411-40A5-E044-CDF92CD2FF98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8239538" y="3566160"/>
            <a:ext cx="3108960" cy="461665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04F1302-B725-E754-0675-3C497E145322}"/>
              </a:ext>
            </a:extLst>
          </p:cNvPr>
          <p:cNvSpPr>
            <a:spLocks noGrp="1"/>
          </p:cNvSpPr>
          <p:nvPr>
            <p:ph sz="half" idx="30"/>
          </p:nvPr>
        </p:nvSpPr>
        <p:spPr>
          <a:xfrm>
            <a:off x="8239538" y="4121497"/>
            <a:ext cx="3108960" cy="1867823"/>
          </a:xfrm>
        </p:spPr>
        <p:txBody>
          <a:bodyPr/>
          <a:lstStyle>
            <a:lvl1pPr marL="228600" indent="-228600">
              <a:buClr>
                <a:schemeClr val="accent2"/>
              </a:buClr>
              <a:buFont typeface="System Font Regular"/>
              <a:buChar char="●"/>
              <a:defRPr sz="160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6955999-531F-514A-3080-061032376011}"/>
              </a:ext>
            </a:extLst>
          </p:cNvPr>
          <p:cNvSpPr/>
          <p:nvPr userDrawn="1"/>
        </p:nvSpPr>
        <p:spPr>
          <a:xfrm rot="5400000" flipV="1">
            <a:off x="8116094" y="3783276"/>
            <a:ext cx="274320" cy="274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7996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gradFill>
          <a:gsLst>
            <a:gs pos="0">
              <a:schemeClr val="bg1"/>
            </a:gs>
            <a:gs pos="100000">
              <a:schemeClr val="accent2">
                <a:lumMod val="20000"/>
                <a:lumOff val="8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884241C-AFCE-0C4B-53F6-81B4AD40B4DD}"/>
              </a:ext>
            </a:extLst>
          </p:cNvPr>
          <p:cNvGrpSpPr/>
          <p:nvPr userDrawn="1"/>
        </p:nvGrpSpPr>
        <p:grpSpPr>
          <a:xfrm>
            <a:off x="10994898" y="-851"/>
            <a:ext cx="1197102" cy="1512786"/>
            <a:chOff x="7556500" y="1881188"/>
            <a:chExt cx="1197102" cy="1512786"/>
          </a:xfrm>
          <a:solidFill>
            <a:schemeClr val="accent2"/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30A998-AD51-376E-21AA-49A5A993FA4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3721DA9-C3FC-9BB2-FA60-B83D7B4A2B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F60A3EE-AC8E-E5C6-C7B7-0FDE8D55F5D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00D169D-9F5E-BE12-214A-66D46DA4975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F264534-F2B0-246D-19B6-6274D4EC347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CEB77AB-FEA2-15CD-A520-04DD06FF65D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C92D51F-0672-7E0A-9037-6041D85A685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188118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4D3B211-793F-4367-67E9-1E3F511F33B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EC4C229-5DED-B269-01D7-97F09C3BECC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77626B8-7197-856C-1119-720690FA09D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F0F3FD4-C192-4F19-C536-73C06CBA86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1C0A130-8008-9E38-F163-0A46126DAFB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4F6CD3A-746E-48C4-9F81-90B75573728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3ABCF72-598B-E3AB-BC95-0E8B7849F90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121430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9D99364-823F-0926-0A3E-110B88DCAB5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D57E47D-BA2E-CBDF-BCFA-C0D6812721A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99BDFC5-DAF5-FAB6-3E5B-5343BA2767C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0051E19-66D1-4FF6-E423-5A387CE2B93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345E7A0-B72B-5E9D-9065-12B5CE7102A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58E7647-03EB-6B42-F92A-9303AF72BFA2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E8EC74B-2D1F-FEB6-1836-B1BB5ACCE84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361672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5B4CA38-1D82-B5BE-CCD4-3AD15CE6E7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290023D-882A-31E4-E107-391590E95F7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18C1C62-08E5-5E14-7249-59BFD6EFC8C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A2CF207-BD8A-609A-32AF-E4A5F602384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D81DE53B-34CD-C552-C688-D68ABF3024C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628B01F-2DE9-82D6-BBFF-B49C5D2B10D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44D3B25-708F-8A53-ABE7-17AD8E54BB8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601914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D2C21D7-539F-05C1-528D-5F1012A12D6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58FFDC9-AC3F-B71E-4B74-2AFA564EFC6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B56CDC4-B072-60DB-00F2-62D4167FFA6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AD1B102-8FC8-8DF0-BB44-5E4C4839658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03B6870-C260-39D6-197E-297FF840E13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26740CE-B05C-6AD8-84D2-4ADC21496E8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8EFC2CA-988F-A987-2CC1-CCB41D03801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2842156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7C5A0B4F-A4FA-83B0-124C-66B203A4757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F59F41F-921F-002D-4CB8-EAC4D34C509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F143F07-95CB-BD76-D7A9-340BD179C07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D3C98F5-A006-8C9B-591F-115FE2E07EB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F555AB4-A1A7-59A4-9B28-E29ACB76FC0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68169CC-F8F1-2DCD-3EC0-BA18B42C2FF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B3906AC9-4C1B-E9DD-20BD-53204231EC9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08239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DC84F0B-6312-A79B-5D34-680984AF79E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5565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31EF1F3-CCBF-98E3-2808-33E559A8403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7438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901A87F-DBAA-7875-DB67-65AE220D3A2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9311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9F6FCBD0-A892-1DC3-109D-5B888A3A160B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11847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E1617D8-5D2F-9B7F-11AD-3DA87432C70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30580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83D33E2-3936-A623-9435-FAD9A592658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493125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A5DDEE8-E61E-6C6E-9A2C-16BBEBF68CA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80450" y="3322638"/>
              <a:ext cx="73152" cy="71336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58A540A4-F434-B002-977E-DB6457485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5212080" cy="2387600"/>
          </a:xfrm>
        </p:spPr>
        <p:txBody>
          <a:bodyPr anchor="b"/>
          <a:lstStyle>
            <a:lvl1pPr algn="l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31EA737-EA99-F3F7-841D-EB122563F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5212080" cy="1655762"/>
          </a:xfr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FE8E7EE0-7FB5-619D-E550-06162D32E6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24638" y="1456055"/>
            <a:ext cx="4723860" cy="394589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03478E51-B5DB-CBB4-C2BC-88E0B92C4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3698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Template 2023</a:t>
            </a:r>
            <a:endParaRPr lang="en-US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D48C3A4-1649-D1E4-25BE-D8015965B5DE}"/>
              </a:ext>
            </a:extLst>
          </p:cNvPr>
          <p:cNvSpPr/>
          <p:nvPr userDrawn="1"/>
        </p:nvSpPr>
        <p:spPr>
          <a:xfrm rot="5400000">
            <a:off x="-2286000" y="3200400"/>
            <a:ext cx="45720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7453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Relationship Id="rId2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B52DEC6-E2D3-11C3-E4F1-9C18D2ACE679}"/>
              </a:ext>
            </a:extLst>
          </p:cNvPr>
          <p:cNvSpPr/>
          <p:nvPr userDrawn="1"/>
        </p:nvSpPr>
        <p:spPr>
          <a:xfrm>
            <a:off x="6400800" y="6309360"/>
            <a:ext cx="8229600" cy="1097280"/>
          </a:xfrm>
          <a:prstGeom prst="roundRect">
            <a:avLst>
              <a:gd name="adj" fmla="val 50000"/>
            </a:avLst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D6C031-2278-BD57-365A-845AA22B7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4700"/>
            <a:ext cx="10515600" cy="9464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C6DA9-391F-726C-C807-7E1740F74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note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B40819-1656-1A9B-2224-FC7E58ED2D86}"/>
              </a:ext>
            </a:extLst>
          </p:cNvPr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838200" y="6424920"/>
            <a:ext cx="1655064" cy="22798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F21CA-D0B6-083B-4826-7776CBEB3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2738" y="6356350"/>
            <a:ext cx="365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fld id="{85581C5A-0774-A949-998C-A270BA4C9B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62A7F9-3EB7-8659-0F86-E7C722DEF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6793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/>
                </a:solidFill>
                <a:latin typeface="Nunito" pitchFamily="2" charset="77"/>
              </a:defRPr>
            </a:lvl1pPr>
          </a:lstStyle>
          <a:p>
            <a:r>
              <a:rPr lang="en-US"/>
              <a:t>Template 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233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79" r:id="rId3"/>
    <p:sldLayoutId id="2147483651" r:id="rId4"/>
    <p:sldLayoutId id="2147483661" r:id="rId5"/>
    <p:sldLayoutId id="2147483662" r:id="rId6"/>
    <p:sldLayoutId id="2147483663" r:id="rId7"/>
    <p:sldLayoutId id="2147483664" r:id="rId8"/>
    <p:sldLayoutId id="2147483671" r:id="rId9"/>
    <p:sldLayoutId id="2147483654" r:id="rId10"/>
    <p:sldLayoutId id="2147483652" r:id="rId11"/>
    <p:sldLayoutId id="2147483653" r:id="rId12"/>
    <p:sldLayoutId id="2147483667" r:id="rId13"/>
    <p:sldLayoutId id="2147483665" r:id="rId14"/>
    <p:sldLayoutId id="2147483666" r:id="rId15"/>
    <p:sldLayoutId id="2147483674" r:id="rId16"/>
    <p:sldLayoutId id="2147483673" r:id="rId17"/>
    <p:sldLayoutId id="2147483675" r:id="rId18"/>
    <p:sldLayoutId id="2147483668" r:id="rId19"/>
    <p:sldLayoutId id="2147483676" r:id="rId20"/>
    <p:sldLayoutId id="2147483672" r:id="rId21"/>
    <p:sldLayoutId id="2147483656" r:id="rId22"/>
    <p:sldLayoutId id="2147483678" r:id="rId23"/>
    <p:sldLayoutId id="2147483669" r:id="rId24"/>
    <p:sldLayoutId id="2147483677" r:id="rId25"/>
    <p:sldLayoutId id="2147483670" r:id="rId2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i="0" kern="1200">
          <a:solidFill>
            <a:schemeClr val="accent1"/>
          </a:solidFill>
          <a:latin typeface="Nunito SemiBold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3600" b="1" i="0" kern="1200">
          <a:solidFill>
            <a:schemeClr val="accent1"/>
          </a:solidFill>
          <a:latin typeface="Nunito SemiBold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b="1" i="0" kern="1200">
          <a:solidFill>
            <a:schemeClr val="tx1"/>
          </a:solidFill>
          <a:latin typeface="Nunito SemiBold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b="1" i="0" kern="1200">
          <a:solidFill>
            <a:schemeClr val="tx1"/>
          </a:solidFill>
          <a:latin typeface="Nunito SemiBold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Nunito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Nunito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050" b="0" i="1" kern="1200">
          <a:solidFill>
            <a:schemeClr val="tx1"/>
          </a:solidFill>
          <a:latin typeface="Nunito" pitchFamily="2" charset="77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863C5"/>
                </a:solidFill>
              </a:rPr>
              <a:t>SMARTCREDIT  ·  PRODUCT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1">
                <a:solidFill>
                  <a:srgbClr val="0F172A"/>
                </a:solidFill>
              </a:rPr>
              <a:t>myReclaim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334155"/>
                </a:solidFill>
              </a:rPr>
              <a:t>Find money the state owes our members — automatically.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</a:rPr>
              <a:t>A new feature for SmartCredit · Powered by our existing identity-matching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760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Executive proposal · April 2026 · Prepared by Ahmed Yassine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smartcredit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11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</a:rPr>
              <a:t>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2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myReclaim · Confidential — Consumer Direct, Inc.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myReclaim is a free SmartCredit feature that finds unclaimed money owed to our members.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3611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77440"/>
            <a:ext cx="3611880" cy="109728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</a:rPr>
              <a:t>Automatic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3063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</a:rPr>
              <a:t>We already have the member's identity. We match it against state unclaimed-property records — no search effort required.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377440"/>
            <a:ext cx="3611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377440"/>
            <a:ext cx="3611880" cy="109728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6060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</a:rPr>
              <a:t>Free for members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46120"/>
            <a:ext cx="3063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</a:rPr>
              <a:t>We don't charge the member. We deep-link to the state's official claim portal. No finder-service regulation.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377440"/>
            <a:ext cx="36118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377440"/>
            <a:ext cx="3611880" cy="109728"/>
          </a:xfrm>
          <a:prstGeom prst="rect">
            <a:avLst/>
          </a:prstGeom>
          <a:solidFill>
            <a:srgbClr val="FFB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6060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</a:rPr>
              <a:t>Defensible moat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246120"/>
            <a:ext cx="3063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</a:rPr>
              <a:t>There is no MissingMoney API. Every other player either makes the user search or charges 10–25% of the recovery. We do neither.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81558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Why "myReclaim"? It fits the SmartCredit naming family (myLO, myCredit) and tells the user exactly what the feature does — reclaim what's already theirs.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smartcredit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11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</a:rPr>
              <a:t>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3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myReclaim · Confidential — Consumer Direct, Inc.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THE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$70B sits with U.S. states unclaimed. The average household has ~$200.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5486400" cy="365760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>
                <a:solidFill>
                  <a:srgbClr val="FFFFFF"/>
                </a:solidFill>
              </a:rPr>
              <a:t>$70B+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in unclaimed property held by U.S. states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</a:rPr>
              <a:t>Source: NAUPA / state treasurers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</a:rPr>
              <a:t>~$200 avg. household balance · grows with every dormant account, refund, or uncashed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116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</a:rPr>
              <a:t>WHY SMARTCREDIT WINS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468880"/>
            <a:ext cx="5303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542032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C4C0B"/>
                </a:solidFill>
              </a:rPr>
              <a:t>3M+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587752"/>
            <a:ext cx="37490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members already identity-verified inside SmartCredit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246120"/>
            <a:ext cx="5303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319272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C4C0B"/>
                </a:solidFill>
              </a:rPr>
              <a:t>Existing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364992"/>
            <a:ext cx="37490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name-matching engine built for data-broker scrubs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023360"/>
            <a:ext cx="5303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096512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C4C0B"/>
                </a:solidFill>
              </a:rPr>
              <a:t>Existing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142232"/>
            <a:ext cx="37490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Snowflake warehouse with PII handling controls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800600"/>
            <a:ext cx="5303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873752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C4C0B"/>
                </a:solidFill>
              </a:rPr>
              <a:t>Trusted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919472"/>
            <a:ext cx="37490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credit-monitoring brand — the natural place to surface a financial discovery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</a:rPr>
              <a:t>Translation: we are the only org in this space that already has the user identified, the warehouse to ingest the data, and the matching engine to do the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smartcredit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11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</a:rPr>
              <a:t>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4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myReclaim · Confidential — Consumer Direct, Inc.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COMPETITIVE LANDSCAPE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</a:rPr>
              <a:t>What's available today — and the gap myReclaim fills.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103120"/>
            <a:ext cx="2834640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19456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MissingMoney.com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103120"/>
            <a:ext cx="2834640" cy="5029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BlueNavy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2103120"/>
            <a:ext cx="2468880" cy="50292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219456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myReclaim (us)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06039"/>
            <a:ext cx="28346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71576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</a:rPr>
              <a:t>Coverage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2606039"/>
            <a:ext cx="28346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271576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49 states, search only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606039"/>
            <a:ext cx="28346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71576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2 states (CA, GA)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2606039"/>
            <a:ext cx="24688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27157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All 50 + federal (planned)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10896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2186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</a:rPr>
              <a:t>Knows user?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310896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32186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No — user types it 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10896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21868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No — uses skip-trace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310896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321868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Yes — we are SmartCredit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611880"/>
            <a:ext cx="28346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372160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</a:rPr>
              <a:t>User effort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0" y="3611880"/>
            <a:ext cx="28346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0440" y="372160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Manual search per state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611880"/>
            <a:ext cx="28346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72160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Inbound contact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3611880"/>
            <a:ext cx="24688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72600" y="372160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Automatic notification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11480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22452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</a:rPr>
              <a:t>Cost to user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80" y="411480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0440" y="422452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Free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11480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422452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10–25% of recovery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411480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422452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Free (member benefit)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617720"/>
            <a:ext cx="28346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472744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</a:rPr>
              <a:t>Operator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83280" y="4617720"/>
            <a:ext cx="28346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20440" y="472744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NAUPA / Kelmar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60" y="4617720"/>
            <a:ext cx="283464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472744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Recovery firm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4617720"/>
            <a:ext cx="246888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72600" y="472744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Consumer Direct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12064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" y="523036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34155"/>
                </a:solidFill>
              </a:rPr>
              <a:t>Regulation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83280" y="512064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20440" y="523036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None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512064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46520" y="523036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Finder-service in 30+ states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35440" y="5120640"/>
            <a:ext cx="24688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72600" y="52303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None — deep-link to state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58247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There is no MissingMoney API. The only path to scale is state-by-state. We are uniquely positioned to walk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CDDFF"/>
                </a:solidFill>
              </a:rPr>
              <a:t>PART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</a:rPr>
              <a:t>How we get the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247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CDDFF"/>
                </a:solidFill>
              </a:rPr>
              <a:t>A state-by-state strategy ranked by data accessibility, member coverage, and legal posture.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CCDDFF"/>
                </a:solidFill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smartcredit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11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</a:rPr>
              <a:t>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6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myReclaim · Confidential — Consumer Direct, Inc.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DATA-SOURCE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6012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Top 5 priority states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Largest combined opportunity from member coverage, data accessibility, and political feasibility.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874519"/>
            <a:ext cx="36576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65960"/>
            <a:ext cx="182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874519"/>
            <a:ext cx="64008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965960"/>
            <a:ext cx="457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1874519"/>
            <a:ext cx="329184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19659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Data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1874519"/>
            <a:ext cx="237744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965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Approval needed?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1874519"/>
            <a:ext cx="461772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96596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286000"/>
            <a:ext cx="36576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2286000"/>
            <a:ext cx="6400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17320" y="2286000"/>
            <a:ext cx="32918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60" y="2286000"/>
            <a:ext cx="23774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600" y="2286000"/>
            <a:ext cx="46177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253288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2450592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FL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237744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No safe automated bulk ingest. Florida portal is intentionally manual; automation may revoke access.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0600" y="2395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BLOCKED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26974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Yes — claimant rep must be FL attorney, CPA, or licensed PI registered with the dept.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2377440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Don't scrape. v1: official claim handoff. v2: register a partner or written permission.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108960"/>
            <a:ext cx="365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3108960"/>
            <a:ext cx="640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17320" y="3108960"/>
            <a:ext cx="3291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60" y="3108960"/>
            <a:ext cx="2377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86600" y="3108960"/>
            <a:ext cx="4617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7200" y="335584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3273552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TX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320040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Request-based dataset on data.gov. Provide name, company, mailing address, phone, TX PI license # if applicable.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00600" y="321868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REQUEST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35204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Yes — formal request required.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3200400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High-priority request. Ask explicitly to cache, match against members, and redisplay limited fields.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931920"/>
            <a:ext cx="36576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" y="3931920"/>
            <a:ext cx="6400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417320" y="3931920"/>
            <a:ext cx="32918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09160" y="3931920"/>
            <a:ext cx="23774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86600" y="3931920"/>
            <a:ext cx="46177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417880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4096511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CA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8760" y="4023359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Best public bulk source. Full CSVs at sco.ca.gov/upd_download_property_records, refreshed every Thursday.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00600" y="404164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GO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43434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No pre-approval shown; legal review still recommended for caching/redisplay.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78040" y="4023359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Build first. Weekly HTTP download → S3 → Snowpipe → Snowflake. Already prototyped.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4754880"/>
            <a:ext cx="365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7240" y="4754880"/>
            <a:ext cx="640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17320" y="4754880"/>
            <a:ext cx="3291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709160" y="4754880"/>
            <a:ext cx="2377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086600" y="4754880"/>
            <a:ext cx="4617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57200" y="500176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4919472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GA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08760" y="48463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Downloadable rich database (&gt;1GB delimited text), updated weekly, with full property/owner/holder fields.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00600" y="486460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REGISTER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0600" y="5166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Yes — CDR registration + background check.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78040" y="4846320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High value: GA is in our top member-density states. Don't ingest until we register or partner.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5577840"/>
            <a:ext cx="36576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7240" y="5577840"/>
            <a:ext cx="6400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417320" y="5577840"/>
            <a:ext cx="32918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09160" y="5577840"/>
            <a:ext cx="23774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086600" y="5577840"/>
            <a:ext cx="46177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" y="582472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8680" y="5742432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NY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08760" y="56692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Requestable secure-FTP file, zipped delimited TXT, updated quarterly. Excludes dollar amounts and tax IDs.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800600" y="56875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REQUEST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0600" y="59893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Yes — request required. Location-service rules apply if we ever charge.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78040" y="5669280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Good 2nd or 3rd. Use for matching; UI shows "amount unavailable" for NY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smartcredit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11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</a:rPr>
              <a:t>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7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myReclaim · Confidential — Consumer Direct, Inc.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DATA-SOURCE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6012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Tier 2 — handoff or 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States 6–10. No public bulk feeds today; data access requires outreach to the treasurer's office.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874519"/>
            <a:ext cx="36576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65960"/>
            <a:ext cx="182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874519"/>
            <a:ext cx="64008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965960"/>
            <a:ext cx="457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1874519"/>
            <a:ext cx="329184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19659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Data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1874519"/>
            <a:ext cx="237744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965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Approval needed?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1874519"/>
            <a:ext cx="461772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96596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286000"/>
            <a:ext cx="36576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2286000"/>
            <a:ext cx="6400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17320" y="2286000"/>
            <a:ext cx="32918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60" y="2286000"/>
            <a:ext cx="23774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600" y="2286000"/>
            <a:ext cx="46177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253288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2450592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237744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Public search/claim site only. No bulk feed confirmed — site updates owner names weekly.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0600" y="2395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26974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Not confirmed.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2377440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Contact IL Treasurer for matching agreement; otherwise official handoff.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108960"/>
            <a:ext cx="365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3108960"/>
            <a:ext cx="640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17320" y="3108960"/>
            <a:ext cx="3291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60" y="3108960"/>
            <a:ext cx="2377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86600" y="3108960"/>
            <a:ext cx="4617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7200" y="335584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3273552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NC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320040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Annual unclaimed-property listings published by last name, but as PDFs.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00600" y="321868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LOW-FIT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35204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No approval shown for PDFs; not a clean feed.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3200400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Skip PDF parsing — request structured data from NC Treasurer.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931920"/>
            <a:ext cx="36576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" y="3931920"/>
            <a:ext cx="6400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417320" y="3931920"/>
            <a:ext cx="32918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09160" y="3931920"/>
            <a:ext cx="23774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86600" y="3931920"/>
            <a:ext cx="46177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417880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4096511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PA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8760" y="4023359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Public search/claim portal. No bulk download or API confirmed.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00600" y="404164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CONTACT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43434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Not confirmed.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78040" y="4023359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Official handoff. Contact PA Treasury for terms.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4754880"/>
            <a:ext cx="365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7240" y="4754880"/>
            <a:ext cx="640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17320" y="4754880"/>
            <a:ext cx="3291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709160" y="4754880"/>
            <a:ext cx="2377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086600" y="4754880"/>
            <a:ext cx="4617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57200" y="500176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4919472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NJ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08760" y="48463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Public search/claim portal. No bulk download or API confirmed.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00600" y="486460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CONTACT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0600" y="5166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Not confirmed.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78040" y="4846320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Official handoff. Contact NJ Unclaimed Property Administration.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5577840"/>
            <a:ext cx="36576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7240" y="5577840"/>
            <a:ext cx="6400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417320" y="5577840"/>
            <a:ext cx="32918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09160" y="5577840"/>
            <a:ext cx="23774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086600" y="5577840"/>
            <a:ext cx="46177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" y="582472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8680" y="5742432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SC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08760" y="56692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Public search/claim portal. No bulk download or API confirmed.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800600" y="56875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CONTACT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0600" y="59893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Not confirmed.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78040" y="5669280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Official handoff. Contact SC Treasurer for bulk-data permission.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smartcredit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11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</a:rPr>
              <a:t>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8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myReclaim · Confidential — Consumer Direct, Inc.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DATA-SOURCE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6012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Tier 3 — handoff, register, or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States 11–16. Mix of contact-required portals, registered-finder regimes, and limited high-value-only programs.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874519"/>
            <a:ext cx="36576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65960"/>
            <a:ext cx="182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874519"/>
            <a:ext cx="64008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965960"/>
            <a:ext cx="457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1874519"/>
            <a:ext cx="329184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19659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Data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1874519"/>
            <a:ext cx="237744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965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Approval needed?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1874519"/>
            <a:ext cx="461772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96596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286000"/>
            <a:ext cx="36576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2286000"/>
            <a:ext cx="6400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17320" y="2286000"/>
            <a:ext cx="32918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60" y="2286000"/>
            <a:ext cx="23774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600" y="2286000"/>
            <a:ext cx="46177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253288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2450592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237744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Public portal. No bulk confirmed.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0600" y="2395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26974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Not confirmed.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2377440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Handoff. Contact AL Treasury.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108960"/>
            <a:ext cx="365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3108960"/>
            <a:ext cx="640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17320" y="3108960"/>
            <a:ext cx="3291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60" y="3108960"/>
            <a:ext cx="2377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86600" y="3108960"/>
            <a:ext cx="4617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7200" y="335584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3273552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OH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320040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Registered finder portal with owner-identifying info — replaces former CD distribution.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00600" y="321868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REGISTER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35204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Yes — registered professional finder path.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3200400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Ingest only after we qualify or partner with a registered finder.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931920"/>
            <a:ext cx="36576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" y="3931920"/>
            <a:ext cx="6400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417320" y="3931920"/>
            <a:ext cx="32918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09160" y="3931920"/>
            <a:ext cx="23774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86600" y="3931920"/>
            <a:ext cx="46177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417880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4096511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LA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8760" y="4023359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Public portal. No bulk confirmed.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00600" y="404164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CONTACT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43434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Not confirmed.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78040" y="4023359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Handoff. Contact LA Treasury.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4754880"/>
            <a:ext cx="365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7240" y="4754880"/>
            <a:ext cx="640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17320" y="4754880"/>
            <a:ext cx="3291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709160" y="4754880"/>
            <a:ext cx="2377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086600" y="4754880"/>
            <a:ext cx="4617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57200" y="500176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4919472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VA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08760" y="48463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Public portal. No bulk confirmed.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00600" y="486460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CONTACT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0600" y="5166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Not confirmed.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78040" y="4846320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Handoff. Contact VA Treasury.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5577840"/>
            <a:ext cx="36576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7240" y="5577840"/>
            <a:ext cx="6400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417320" y="5577840"/>
            <a:ext cx="32918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09160" y="5577840"/>
            <a:ext cx="23774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086600" y="5577840"/>
            <a:ext cx="46177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" y="582472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8680" y="5742432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AZ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08760" y="56692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Points users to MissingMoney as authorized site. No state bulk feed.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800600" y="56875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CONTACT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0600" y="59893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Locator rules may apply if we charge.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78040" y="5669280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Handoff or pursue MissingMoney/Kelmar/AZ permission.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6400800"/>
            <a:ext cx="365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77240" y="6400800"/>
            <a:ext cx="640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17320" y="6400800"/>
            <a:ext cx="3291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709160" y="6400800"/>
            <a:ext cx="2377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086600" y="6400800"/>
            <a:ext cx="4617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457200" y="664768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8680" y="6565392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MI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508760" y="649224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Limited electronic data for locators — accounts dormant 24+ months and ≥$10K.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800600" y="65105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REGISTER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800600" y="68122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Yes — registered locator, high-value only.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78040" y="6492240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High-value matching only. Not for broad coverage.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smartcredit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11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</a:rPr>
              <a:t>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9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myReclaim · Confidential — Consumer Direct, Inc.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DATA-SOURCE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60120"/>
            <a:ext cx="11430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Tier 4 — handoff only or blocked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6304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</a:rPr>
              <a:t>States 17–21. WA is effectively closed for commercial matching; the rest are official-handoff candidates.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874519"/>
            <a:ext cx="36576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65960"/>
            <a:ext cx="182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874519"/>
            <a:ext cx="64008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965960"/>
            <a:ext cx="4571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1874519"/>
            <a:ext cx="329184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19659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Data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1874519"/>
            <a:ext cx="237744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9659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Approval needed?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1874519"/>
            <a:ext cx="4617720" cy="41148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965960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286000"/>
            <a:ext cx="36576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2286000"/>
            <a:ext cx="6400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17320" y="2286000"/>
            <a:ext cx="32918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60" y="2286000"/>
            <a:ext cx="23774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600" y="2286000"/>
            <a:ext cx="46177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253288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2450592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8760" y="237744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Public portal. No bulk confirmed.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0600" y="239572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269748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Not confirmed.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2377440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Handoff. Contact Maryland Comptroller.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108960"/>
            <a:ext cx="365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3108960"/>
            <a:ext cx="640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417320" y="3108960"/>
            <a:ext cx="3291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9160" y="3108960"/>
            <a:ext cx="2377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86600" y="3108960"/>
            <a:ext cx="4617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7200" y="335584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3273552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TN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08760" y="320040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Public portal. No bulk confirmed.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00600" y="321868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CONTACT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00600" y="35204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Not confirmed.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3200400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Handoff. Contact TN Treasury.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931920"/>
            <a:ext cx="36576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" y="3931920"/>
            <a:ext cx="6400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417320" y="3931920"/>
            <a:ext cx="32918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09160" y="3931920"/>
            <a:ext cx="23774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86600" y="3931920"/>
            <a:ext cx="46177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417880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4096511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08760" y="4023359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Public portal. No bulk confirmed.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00600" y="404164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CONTACT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0600" y="434340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Not confirmed.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78040" y="4023359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Handoff. Contact MS Treasury.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4754880"/>
            <a:ext cx="365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7240" y="4754880"/>
            <a:ext cx="640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17320" y="4754880"/>
            <a:ext cx="3291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709160" y="4754880"/>
            <a:ext cx="23774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086600" y="4754880"/>
            <a:ext cx="4617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57200" y="500176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4919472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MO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08760" y="484632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Annual county owner lists with names + last-known addresses. Search portal uses reCAPTCHA — do not automate.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00600" y="486460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LOW-FIT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0600" y="516636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County lists appear public; not a structured feed.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78040" y="4846320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Possible low-fidelity ingestion from county lists. Better: request structured data.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1480" y="5577840"/>
            <a:ext cx="36576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7240" y="5577840"/>
            <a:ext cx="64008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417320" y="5577840"/>
            <a:ext cx="32918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09160" y="5577840"/>
            <a:ext cx="237744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086600" y="5577840"/>
            <a:ext cx="4617720" cy="8229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" y="5824728"/>
            <a:ext cx="274320" cy="329184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8680" y="5742432"/>
            <a:ext cx="4571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WA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08760" y="566928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State law prohibits sale or distribution of the unclaimed-property owner list for commercial purposes.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800600" y="568756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BLOCKED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0600" y="59893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Effectively blocked unless specific legal basis or agreement.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78040" y="5669280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Do NOT ingest for commercial matching without written legal approval.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smartcredit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11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</a:rPr>
              <a:t>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10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myReclaim · Confidential — Consumer Direct, Inc.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DATA INGESTION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601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How the data flows from state portals into Snowflake.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2612898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2612898" cy="164592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23042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304288"/>
            <a:ext cx="197281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State data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80360"/>
            <a:ext cx="233857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• CA bulk CSV (weekly)
• TX requested file
• NY SFTP quarterly
• GA registered file
• + partner channels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06674" y="3429000"/>
            <a:ext cx="201167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44418" y="2011680"/>
            <a:ext cx="2612898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44418" y="2011680"/>
            <a:ext cx="2612898" cy="164592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81577" y="23042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C4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8778" y="2304288"/>
            <a:ext cx="197281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Landing zone (S3)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298" y="2880360"/>
            <a:ext cx="233857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• Versioned by date
• ETag-aware fetch
• Schema-change quarantine
• Per-source bucket prefixes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93892" y="3429000"/>
            <a:ext cx="201167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1636" y="2011680"/>
            <a:ext cx="2612898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1636" y="2011680"/>
            <a:ext cx="2612898" cy="164592"/>
          </a:xfrm>
          <a:prstGeom prst="rect">
            <a:avLst/>
          </a:prstGeom>
          <a:solidFill>
            <a:srgbClr val="1F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68796" y="23042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F4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5996" y="2304288"/>
            <a:ext cx="197281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Snowflake (raw → mart)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4516" y="2880360"/>
            <a:ext cx="233857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• Snowpipe auto-ingest
• NAUPA III canonical schema
• dbt models for normalize/dedupe
• Row-level lineage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881109" y="3429000"/>
            <a:ext cx="201167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18854" y="2011680"/>
            <a:ext cx="2612898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18854" y="2011680"/>
            <a:ext cx="2612898" cy="164592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56014" y="23042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3214" y="2304288"/>
            <a:ext cx="197281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myReclaim API + UX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1734" y="2880360"/>
            <a:ext cx="2338578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• Member identity → match service
• Results card list (already prototyped)
• Per-state claim deep-link
• Notification engine (email/push)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863C5"/>
                </a:solidFill>
              </a:rPr>
              <a:t>Why Snowflake?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8978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We already operate it. Adding myReclaim is a new schema, not new infrastructure. PII-handling controls, encryption, audit logging, and dbt are all in place from day one — no greenfield buildout.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smartcredit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11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</a:rPr>
              <a:t>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11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myReclaim · Confidential — Consumer Direct, Inc.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REUSING WHAT WE'VE ALREADY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601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Our privacy name-matching engine becomes the heart of myReclaim.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53949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394960" cy="16459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</a:rPr>
              <a:t>TODAY — Privacy Master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51460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Find data brokers exposing member info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200400"/>
            <a:ext cx="4023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Member identity (name, addresses, age, DOB)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</a:rPr>
              <a:t>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840480"/>
            <a:ext cx="4023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CD's existing fuzzy-match service
(Soundex / Metaphone / token / address normalization)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480560"/>
            <a:ext cx="4023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Match candidates from data-broker corpus
With confidence score per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206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</a:rP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120640"/>
            <a:ext cx="4023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Member sees "X brokers expose your info" → Remove / Keep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897880" y="3566160"/>
            <a:ext cx="365760" cy="640080"/>
          </a:xfrm>
          <a:prstGeom prst="rightArrow">
            <a:avLst/>
          </a:prstGeom>
          <a:solidFill>
            <a:srgbClr val="FC4C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1828800"/>
            <a:ext cx="53949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2863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1828800"/>
            <a:ext cx="5394960" cy="164592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</a:rPr>
              <a:t>TOMORROW — myReclaim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51460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Find unclaimed money owed to the member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2004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</a:rPr>
              <a:t>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200400"/>
            <a:ext cx="4023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Same member identity — pre-populated from profile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8404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</a:rPr>
              <a:t>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3840480"/>
            <a:ext cx="4023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Same CD fuzzy-match service
(Plug-in via the MatchService Protocol)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48056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4480560"/>
            <a:ext cx="4023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Match candidates from state unclaimed-property corpus
With confidence score per record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1206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863C5"/>
                </a:solidFill>
              </a:rPr>
              <a:t>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5120640"/>
            <a:ext cx="4023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Member sees "You may have $X waiting" → Claim → state portal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12648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Same engine. Same identity layer. Same pipeline shape. The only new thing is the corpus we match against — and the value we hand back to the member.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smartcredit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11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</a:rPr>
              <a:t>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12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myReclaim · Confidential — Consumer Direct, Inc.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DELIVERY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601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Six sprint blocks. First state live within ~6 weeks.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64592" cy="621792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11247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164592" cy="621792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874519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Sprint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14884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CA + 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1920240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California ingestion (CSV → S3 → Snowpipe)  ·  Snowflake schema (NAUPA III canonical)  ·  Match service integration (CD's existing engine)  ·  Member-facing alert UX in SmartCredit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19933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86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542032"/>
            <a:ext cx="164592" cy="621792"/>
          </a:xfrm>
          <a:prstGeom prst="rect">
            <a:avLst/>
          </a:prstGeom>
          <a:solidFill>
            <a:srgbClr val="FFB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542032"/>
            <a:ext cx="11247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542032"/>
            <a:ext cx="164592" cy="621792"/>
          </a:xfrm>
          <a:prstGeom prst="rect">
            <a:avLst/>
          </a:prstGeom>
          <a:solidFill>
            <a:srgbClr val="FFB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587752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B352"/>
                </a:solidFill>
              </a:rPr>
              <a:t>Sprint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86207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Permission outreach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633472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Texas: file the data request (PI license, intended use, redistribution rights)  ·  New York: file SFTP request through OSC  ·  Begin Florida partnership conversations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07040" y="270662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REQUEST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255264"/>
            <a:ext cx="164592" cy="621792"/>
          </a:xfrm>
          <a:prstGeom prst="rect">
            <a:avLst/>
          </a:prstGeom>
          <a:solidFill>
            <a:srgbClr val="FFB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255264"/>
            <a:ext cx="11247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255264"/>
            <a:ext cx="164592" cy="621792"/>
          </a:xfrm>
          <a:prstGeom prst="rect">
            <a:avLst/>
          </a:prstGeom>
          <a:solidFill>
            <a:srgbClr val="FFB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300984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B352"/>
                </a:solidFill>
              </a:rPr>
              <a:t>Sprint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57530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TX + NY ingest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3346704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NY SFTP ingestion — quarterly schedule  ·  TX file ingestion (if approved)  ·  UI: "Amount unavailable" rendering for NY records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341985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BUILD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968496"/>
            <a:ext cx="164592" cy="621792"/>
          </a:xfrm>
          <a:prstGeom prst="rect">
            <a:avLst/>
          </a:prstGeom>
          <a:solidFill>
            <a:srgbClr val="FFB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968496"/>
            <a:ext cx="11247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3968496"/>
            <a:ext cx="164592" cy="621792"/>
          </a:xfrm>
          <a:prstGeom prst="rect">
            <a:avLst/>
          </a:prstGeom>
          <a:solidFill>
            <a:srgbClr val="FFB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014216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B352"/>
                </a:solidFill>
              </a:rPr>
              <a:t>Sprint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28853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GA path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4059936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Claimant Designated Representative (CDR) registration  ·  Background-check process  ·  Legal approval for caching/redisplay  ·  Ingest GA delimited file once approved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07040" y="413308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B3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LEGAL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681728"/>
            <a:ext cx="164592" cy="6217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4681728"/>
            <a:ext cx="11247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681728"/>
            <a:ext cx="164592" cy="621792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727448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11D48"/>
                </a:solidFill>
              </a:rPr>
              <a:t>Sprint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001768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FL path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4773168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Florida partnership with registered claimant rep, OR  ·  Written permission for limited redistribution  ·  Strict no-scraping policy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607040" y="484632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CAUTION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394960"/>
            <a:ext cx="164592" cy="62179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5394960"/>
            <a:ext cx="112471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5394960"/>
            <a:ext cx="164592" cy="62179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5440680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</a:rPr>
              <a:t>Ongoing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7150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Search-only handoff for the rest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423160" y="5486400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</a:rPr>
              <a:t>IL, PA, NJ, SC, AL, LA, VA, AZ, MD, TN, MS, WA covered via deep-link to state portal  ·  Outreach in parallel for any state willing to grant a feed  ·  Skip WA entirely until written legal basis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607040" y="55595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HANDOFF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smartcredit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11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</a:rPr>
              <a:t>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13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myReclaim · Confidential — Consumer Direct, Inc.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COMPLIANCE POSTURE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Free + deep-link = no new regulatory exposure.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37033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146304" cy="16916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76272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FCRA-safe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06040"/>
            <a:ext cx="33375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Unclaimed-property search is not a credit-reporting activity. Lives outside FCRA scope.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011680"/>
            <a:ext cx="37033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011680"/>
            <a:ext cx="146304" cy="16916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176272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No finder license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606040"/>
            <a:ext cx="33375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We don't take a fee on claims. ~30 states regulate finders and cap fees at 10%. We avoid that whole regime by being a free member benefit.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2011680"/>
            <a:ext cx="37033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2011680"/>
            <a:ext cx="146304" cy="16916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176272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No new PII surface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606040"/>
            <a:ext cx="33375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myReclaim reuses the SmartCredit identity records that members have already consented to. No additional data collection.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86200"/>
            <a:ext cx="37033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886200"/>
            <a:ext cx="146304" cy="1691640"/>
          </a:xfrm>
          <a:prstGeom prst="rect">
            <a:avLst/>
          </a:prstGeom>
          <a:solidFill>
            <a:srgbClr val="FFB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50791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State data 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480560"/>
            <a:ext cx="33375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We follow each state's terms. CA bulk file is publicly published. Restricted states (FL, GA, OH, MI, WA) gated behind registration or skipped.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886200"/>
            <a:ext cx="37033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80" y="3886200"/>
            <a:ext cx="146304" cy="16916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4050791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Deep-link claim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480560"/>
            <a:ext cx="33375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Members file with the state directly. We never collect or hold their claim. Keeps us out of finder-service regulation in 30+ states.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886200"/>
            <a:ext cx="37033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886200"/>
            <a:ext cx="146304" cy="169164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4050791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</a:rPr>
              <a:t>Legal review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480560"/>
            <a:ext cx="33375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Every state ingestion has legal sign-off before going live. Snowflake row-level lineage shows exactly where each record came from and on what date.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smartcredit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11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</a:rPr>
              <a:t>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14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myReclaim · Confidential — Consumer Direct, Inc.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WHAT'S ALREADY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</a:rPr>
              <a:t>A working prototype against 38.3M real California records — running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2697480" cy="13716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8600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2863C5"/>
                </a:solidFill>
              </a:rPr>
              <a:t>38.3M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records loaded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01168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2011680"/>
            <a:ext cx="2697480" cy="137160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228600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C4C0B"/>
                </a:solidFill>
              </a:rPr>
              <a:t>$11B+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total value indexed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01168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011680"/>
            <a:ext cx="2697480" cy="137160"/>
          </a:xfrm>
          <a:prstGeom prst="rect">
            <a:avLst/>
          </a:prstGeom>
          <a:solidFill>
            <a:srgbClr val="1F4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28600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F4F9E"/>
                </a:solidFill>
              </a:rPr>
              <a:t>113 sec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to bulk-load 34M rows via DuckDB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2011680"/>
            <a:ext cx="2697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98280" y="2011680"/>
            <a:ext cx="2697480" cy="137160"/>
          </a:xfrm>
          <a:prstGeom prst="rect">
            <a:avLst/>
          </a:prstGeom>
          <a:solidFill>
            <a:srgbClr val="FFB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228600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B352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0632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of Ahmed's records found by name 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749039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WHAT'S RUNNING TODAY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✓  FastAPI + Jinja + htmx web app, SmartCredit-themed (matches the BETA visual language)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✓  DuckDB local store with Snowflake-shaped SQL — queries port directly to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754879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✓  Fuzzy match service (token-substring with tier ranking) — pluggable; swap in CD's matcher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074919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✓  9-slide demo deck with embedded live search on slide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94959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</a:rPr>
              <a:t>✓  Admin page surfaces real ingestion stats and per-tier load history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Source: github.com/ahmedyassineconsumerdirect/cd-missing-funds-finder · Branch: prototype-v1 · Demo: localhost:8088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4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6" sz="quarter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</a:rPr>
              <a:t>smartcredit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11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</a:rPr>
              <a:t>BETA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</a:rPr>
              <a:t>15 /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myReclaim · Confidential — Consumer Direct, Inc.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863C5"/>
                </a:solidFill>
              </a:rPr>
              <a:t>THE 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960120"/>
            <a:ext cx="11430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</a:rPr>
              <a:t>Approve the program and staff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5486400" cy="3657600"/>
          </a:xfrm>
          <a:prstGeom prst="rect">
            <a:avLst/>
          </a:prstGeom>
          <a:solidFill>
            <a:srgbClr val="2863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CDDFF"/>
                </a:solidFill>
              </a:rPr>
              <a:t>RESOURCE 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1 data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1 product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~6 weeks to first state live (CA)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</a:rPr>
              <a:t>~6 months to top-10 state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9377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</a:rPr>
              <a:t>Plus: legal review for each ingestion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492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CCDDFF"/>
                </a:solidFill>
              </a:rPr>
              <a:t>No new infrastructure — Snowflake already paid for.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116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863C5"/>
                </a:solidFill>
              </a:rPr>
              <a:t>EXPECTED OUTCOMES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468880"/>
            <a:ext cx="5303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468880"/>
            <a:ext cx="146304" cy="777240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54203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Member feature unique in our 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8529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No credit-monitoring competitor has this.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337560"/>
            <a:ext cx="5303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337560"/>
            <a:ext cx="146304" cy="777240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41071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Measurable retention lift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7216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Every found-money notification is a "wow" moment from us.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206240"/>
            <a:ext cx="5303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4206240"/>
            <a:ext cx="146304" cy="777240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27939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Sign-up incentive for non-members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5902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"You may have unclaimed money. Sign up free to find out."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5074920"/>
            <a:ext cx="5303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5074920"/>
            <a:ext cx="146304" cy="777240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5148072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Defensible moat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4589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</a:rPr>
              <a:t>12+ months of state ingestion work others would have to repeat.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035040"/>
            <a:ext cx="11247120" cy="411480"/>
          </a:xfrm>
          <a:prstGeom prst="rect">
            <a:avLst/>
          </a:prstGeom>
          <a:solidFill>
            <a:srgbClr val="FC4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Approve Sprint 1 today and the first state goes live by mid-Q3.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C4C0B"/>
                </a:solidFill>
              </a:rPr>
              <a:t>myReclaim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CCDDFF"/>
                </a:solidFill>
              </a:rPr>
              <a:t>Questions? Discussion?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CDDFF"/>
                </a:solidFill>
              </a:rPr>
              <a:t>Ahmed Yassine · ahmed@consumerdirect.com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9AACC"/>
                </a:solidFill>
              </a:rPr>
              <a:t>Live demo: localhost:8088 · Repo: github.com/ahmedyassineconsumerdirect/cd-missing-funds-finder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D">
      <a:dk1>
        <a:srgbClr val="493356"/>
      </a:dk1>
      <a:lt1>
        <a:srgbClr val="FFFFFF"/>
      </a:lt1>
      <a:dk2>
        <a:srgbClr val="414141"/>
      </a:dk2>
      <a:lt2>
        <a:srgbClr val="E7E6E6"/>
      </a:lt2>
      <a:accent1>
        <a:srgbClr val="3058A3"/>
      </a:accent1>
      <a:accent2>
        <a:srgbClr val="52CCF3"/>
      </a:accent2>
      <a:accent3>
        <a:srgbClr val="FCC062"/>
      </a:accent3>
      <a:accent4>
        <a:srgbClr val="EF5E33"/>
      </a:accent4>
      <a:accent5>
        <a:srgbClr val="493356"/>
      </a:accent5>
      <a:accent6>
        <a:srgbClr val="8A8A8A"/>
      </a:accent6>
      <a:hlink>
        <a:srgbClr val="0563C1"/>
      </a:hlink>
      <a:folHlink>
        <a:srgbClr val="1D448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>
            <a:solidFill>
              <a:schemeClr val="accent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9119</TotalTime>
  <Words>1934</Words>
  <Application>Microsoft Office PowerPoint</Application>
  <PresentationFormat>Widescreen</PresentationFormat>
  <Paragraphs>259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Apple SD Gothic Neo Regular</vt:lpstr>
      <vt:lpstr>Arial</vt:lpstr>
      <vt:lpstr>Arial Unicode MS</vt:lpstr>
      <vt:lpstr>Avenir Black</vt:lpstr>
      <vt:lpstr>Calibri</vt:lpstr>
      <vt:lpstr>Nunito</vt:lpstr>
      <vt:lpstr>Nunito Medium</vt:lpstr>
      <vt:lpstr>Nunito SemiBold</vt:lpstr>
      <vt:lpstr>System Font Regular</vt:lpstr>
      <vt:lpstr>Office Theme</vt:lpstr>
      <vt:lpstr>PowerPoint Presentation</vt:lpstr>
      <vt:lpstr>Presentation 1</vt:lpstr>
      <vt:lpstr>Presentation 2</vt:lpstr>
      <vt:lpstr>PowerPoint Presentation</vt:lpstr>
      <vt:lpstr>Layout Content</vt:lpstr>
      <vt:lpstr>PowerPoint Presentation</vt:lpstr>
      <vt:lpstr>PowerPoint Presentation</vt:lpstr>
      <vt:lpstr>PowerPoint Presentation</vt:lpstr>
      <vt:lpstr>Bullets &amp; Numbers</vt:lpstr>
      <vt:lpstr>PowerPoint Presentation</vt:lpstr>
      <vt:lpstr>PowerPoint Presentation</vt:lpstr>
      <vt:lpstr>PowerPoint Presentation</vt:lpstr>
      <vt:lpstr>PowerPoint Presentation</vt:lpstr>
      <vt:lpstr>Layout with Photos</vt:lpstr>
      <vt:lpstr>PowerPoint Presentation</vt:lpstr>
      <vt:lpstr>PowerPoint Presentation</vt:lpstr>
      <vt:lpstr>PowerPoint Presentation</vt:lpstr>
      <vt:lpstr>PowerPoint Presentation</vt:lpstr>
      <vt:lpstr>Features Layout</vt:lpstr>
      <vt:lpstr>PowerPoint Presentation</vt:lpstr>
      <vt:lpstr>PowerPoint Presentation</vt:lpstr>
      <vt:lpstr>PowerPoint Presentation</vt:lpstr>
      <vt:lpstr>PowerPoint Presentation</vt:lpstr>
      <vt:lpstr>Charts &amp;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 Vuong</dc:creator>
  <cp:lastModifiedBy>Rachel Contreras</cp:lastModifiedBy>
  <cp:revision>123</cp:revision>
  <dcterms:created xsi:type="dcterms:W3CDTF">2023-03-24T18:49:42Z</dcterms:created>
  <dcterms:modified xsi:type="dcterms:W3CDTF">2026-01-14T21:47:12Z</dcterms:modified>
</cp:coreProperties>
</file>