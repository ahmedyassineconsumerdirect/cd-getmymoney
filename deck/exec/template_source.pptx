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2"/>
  </p:notesMasterIdLst>
  <p:sldIdLst>
    <p:sldId id="284" r:id="rId2"/>
    <p:sldId id="256" r:id="rId3"/>
    <p:sldId id="257" r:id="rId4"/>
    <p:sldId id="283" r:id="rId5"/>
    <p:sldId id="271" r:id="rId6"/>
    <p:sldId id="259" r:id="rId7"/>
    <p:sldId id="260" r:id="rId8"/>
    <p:sldId id="278" r:id="rId9"/>
    <p:sldId id="258" r:id="rId10"/>
    <p:sldId id="261" r:id="rId11"/>
    <p:sldId id="265" r:id="rId12"/>
    <p:sldId id="285" r:id="rId13"/>
    <p:sldId id="286" r:id="rId14"/>
    <p:sldId id="273" r:id="rId15"/>
    <p:sldId id="262" r:id="rId16"/>
    <p:sldId id="264" r:id="rId17"/>
    <p:sldId id="277" r:id="rId18"/>
    <p:sldId id="279" r:id="rId19"/>
    <p:sldId id="272" r:id="rId20"/>
    <p:sldId id="266" r:id="rId21"/>
    <p:sldId id="267" r:id="rId22"/>
    <p:sldId id="280" r:id="rId23"/>
    <p:sldId id="275" r:id="rId24"/>
    <p:sldId id="274" r:id="rId25"/>
    <p:sldId id="263" r:id="rId26"/>
    <p:sldId id="281" r:id="rId27"/>
    <p:sldId id="270" r:id="rId28"/>
    <p:sldId id="269" r:id="rId29"/>
    <p:sldId id="282" r:id="rId30"/>
    <p:sldId id="268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3"/>
    <p:restoredTop sz="96303"/>
  </p:normalViewPr>
  <p:slideViewPr>
    <p:cSldViewPr snapToGrid="0">
      <p:cViewPr varScale="1">
        <p:scale>
          <a:sx n="89" d="100"/>
          <a:sy n="89" d="100"/>
        </p:scale>
        <p:origin x="5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0" i="0" u="none" strike="noStrike" kern="1200" cap="all" baseline="0">
              <a:solidFill>
                <a:schemeClr val="accent1"/>
              </a:solidFill>
              <a:latin typeface="Nunito Medium" pitchFamily="2" charset="77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1-6977-484E-8252-C990EEFEB6B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2-6977-484E-8252-C990EEFEB6B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3-6977-484E-8252-C990EEFEB6B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4-6977-484E-8252-C990EEFEB6B7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330" b="0" i="0" u="none" strike="noStrike" kern="1200" spc="0" baseline="0">
                      <a:solidFill>
                        <a:schemeClr val="accent1"/>
                      </a:solidFill>
                      <a:latin typeface="Nunito" pitchFamily="2" charset="77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6977-484E-8252-C990EEFEB6B7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330" b="0" i="0" u="none" strike="noStrike" kern="1200" spc="0" baseline="0">
                      <a:solidFill>
                        <a:schemeClr val="accent2"/>
                      </a:solidFill>
                      <a:latin typeface="Nunito" pitchFamily="2" charset="77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2-6977-484E-8252-C990EEFEB6B7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330" b="0" i="0" u="none" strike="noStrike" kern="1200" spc="0" baseline="0">
                      <a:solidFill>
                        <a:schemeClr val="accent3"/>
                      </a:solidFill>
                      <a:latin typeface="Nunito" pitchFamily="2" charset="77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6977-484E-8252-C990EEFEB6B7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330" b="0" i="0" u="none" strike="noStrike" kern="1200" spc="0" baseline="0">
                      <a:solidFill>
                        <a:schemeClr val="accent4"/>
                      </a:solidFill>
                      <a:latin typeface="Nunito" pitchFamily="2" charset="77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4-6977-484E-8252-C990EEFEB6B7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77-484E-8252-C990EEFEB6B7}"/>
            </c:ext>
          </c:extLst>
        </c:ser>
        <c:dLbls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b="0" i="0">
          <a:latin typeface="Nunito" pitchFamily="2" charset="77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en-US" sz="2128" b="0" i="0" u="none" strike="noStrike" kern="1200" cap="all" spc="0" normalizeH="0" baseline="0" noProof="0">
                <a:ln>
                  <a:noFill/>
                </a:ln>
                <a:solidFill>
                  <a:srgbClr val="3058A3"/>
                </a:solidFill>
                <a:effectLst/>
                <a:uLnTx/>
                <a:uFillTx/>
                <a:latin typeface="Nunito Medium" pitchFamily="2" charset="77"/>
              </a:rPr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accent1"/>
              </a:solidFill>
              <a:ln w="9525">
                <a:solidFill>
                  <a:schemeClr val="l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spc="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74-C049-93DC-44FB32DD81B1}"/>
            </c:ext>
          </c:extLst>
        </c:ser>
        <c:dLbls>
          <c:showLegendKey val="0"/>
          <c:showVal val="0"/>
          <c:showCatName val="1"/>
          <c:showSerName val="0"/>
          <c:showPercent val="0"/>
          <c:showBubbleSize val="0"/>
        </c:dLbls>
        <c:marker val="1"/>
        <c:smooth val="0"/>
        <c:axId val="1318658431"/>
        <c:axId val="1318660159"/>
      </c:lineChart>
      <c:catAx>
        <c:axId val="13186584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8660159"/>
        <c:crosses val="autoZero"/>
        <c:auto val="1"/>
        <c:lblAlgn val="ctr"/>
        <c:lblOffset val="100"/>
        <c:noMultiLvlLbl val="0"/>
      </c:catAx>
      <c:valAx>
        <c:axId val="13186601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86584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/>
              </a:solidFill>
              <a:latin typeface="Nunito" pitchFamily="2" charset="77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50-BC45-8A24-63208772742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Nunito Medium" pitchFamily="2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250-BC45-8A24-63208772742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Nunito Medium" pitchFamily="2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250-BC45-8A24-63208772742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gapDepth val="0"/>
        <c:shape val="box"/>
        <c:axId val="294638863"/>
        <c:axId val="293859167"/>
        <c:axId val="0"/>
      </c:bar3DChart>
      <c:catAx>
        <c:axId val="2946388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Nunito" pitchFamily="2" charset="77"/>
                <a:ea typeface="+mn-ea"/>
                <a:cs typeface="+mn-cs"/>
              </a:defRPr>
            </a:pPr>
            <a:endParaRPr lang="en-US"/>
          </a:p>
        </c:txPr>
        <c:crossAx val="293859167"/>
        <c:crosses val="autoZero"/>
        <c:auto val="1"/>
        <c:lblAlgn val="ctr"/>
        <c:lblOffset val="100"/>
        <c:noMultiLvlLbl val="0"/>
      </c:catAx>
      <c:valAx>
        <c:axId val="2938591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Nunito" pitchFamily="2" charset="77"/>
                <a:ea typeface="+mn-ea"/>
                <a:cs typeface="+mn-cs"/>
              </a:defRPr>
            </a:pPr>
            <a:endParaRPr lang="en-US"/>
          </a:p>
        </c:txPr>
        <c:crossAx val="2946388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Nunito" pitchFamily="2" charset="77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7B7535-9CF4-2945-A1E6-1C1D3286D902}" type="doc">
      <dgm:prSet loTypeId="urn:microsoft.com/office/officeart/2005/8/layout/venn3" loCatId="" qsTypeId="urn:microsoft.com/office/officeart/2005/8/quickstyle/simple1" qsCatId="simple" csTypeId="urn:microsoft.com/office/officeart/2005/8/colors/accent2_5" csCatId="accent2" phldr="1"/>
      <dgm:spPr/>
      <dgm:t>
        <a:bodyPr/>
        <a:lstStyle/>
        <a:p>
          <a:endParaRPr lang="en-US"/>
        </a:p>
      </dgm:t>
    </dgm:pt>
    <dgm:pt modelId="{B54E02C4-6AF2-CD4F-A853-B82888EBF3E7}">
      <dgm:prSet phldrT="[Text]" custT="1"/>
      <dgm:spPr>
        <a:ln>
          <a:noFill/>
        </a:ln>
      </dgm:spPr>
      <dgm:t>
        <a:bodyPr lIns="274320" tIns="0" rIns="182880" bIns="0"/>
        <a:lstStyle/>
        <a:p>
          <a:pPr>
            <a:buNone/>
          </a:pPr>
          <a:r>
            <a:rPr lang="en-US" sz="2000" b="0" i="0" dirty="0" err="1">
              <a:solidFill>
                <a:schemeClr val="tx1"/>
              </a:solidFill>
              <a:latin typeface="Nunito" pitchFamily="2" charset="77"/>
            </a:rPr>
            <a:t>Dsit</a:t>
          </a:r>
          <a:r>
            <a:rPr lang="en-US" sz="2000" b="0" i="0" dirty="0">
              <a:solidFill>
                <a:schemeClr val="tx1"/>
              </a:solidFill>
              <a:latin typeface="Nunito" pitchFamily="2" charset="77"/>
            </a:rPr>
            <a:t> </a:t>
          </a:r>
          <a:r>
            <a:rPr lang="en-US" sz="2000" b="0" i="0" dirty="0" err="1">
              <a:solidFill>
                <a:schemeClr val="tx1"/>
              </a:solidFill>
              <a:latin typeface="Nunito" pitchFamily="2" charset="77"/>
            </a:rPr>
            <a:t>ametamet</a:t>
          </a:r>
          <a:r>
            <a:rPr lang="en-US" sz="2000" b="0" i="0" dirty="0">
              <a:solidFill>
                <a:schemeClr val="tx1"/>
              </a:solidFill>
              <a:latin typeface="Nunito" pitchFamily="2" charset="77"/>
            </a:rPr>
            <a:t> </a:t>
          </a:r>
          <a:r>
            <a:rPr lang="en-US" sz="2000" b="0" i="0" dirty="0" err="1">
              <a:solidFill>
                <a:schemeClr val="tx1"/>
              </a:solidFill>
              <a:latin typeface="Nunito" pitchFamily="2" charset="77"/>
            </a:rPr>
            <a:t>amet</a:t>
          </a:r>
          <a:r>
            <a:rPr lang="en-US" sz="2000" b="0" i="0" dirty="0">
              <a:solidFill>
                <a:schemeClr val="tx1"/>
              </a:solidFill>
              <a:latin typeface="Nunito" pitchFamily="2" charset="77"/>
            </a:rPr>
            <a:t> </a:t>
          </a:r>
          <a:r>
            <a:rPr lang="en-US" sz="2000" b="0" i="0" dirty="0" err="1">
              <a:solidFill>
                <a:schemeClr val="tx1"/>
              </a:solidFill>
              <a:latin typeface="Nunito" pitchFamily="2" charset="77"/>
            </a:rPr>
            <a:t>amet</a:t>
          </a:r>
          <a:r>
            <a:rPr lang="en-US" sz="2000" b="0" i="0" dirty="0">
              <a:solidFill>
                <a:schemeClr val="tx1"/>
              </a:solidFill>
              <a:latin typeface="Nunito" pitchFamily="2" charset="77"/>
            </a:rPr>
            <a:t> am </a:t>
          </a:r>
          <a:r>
            <a:rPr lang="en-US" sz="2000" b="0" i="0" dirty="0" err="1">
              <a:solidFill>
                <a:schemeClr val="tx1"/>
              </a:solidFill>
              <a:latin typeface="Nunito" pitchFamily="2" charset="77"/>
            </a:rPr>
            <a:t>consetetur</a:t>
          </a:r>
          <a:r>
            <a:rPr lang="en-US" sz="2000" b="0" i="0" dirty="0">
              <a:solidFill>
                <a:schemeClr val="tx1"/>
              </a:solidFill>
              <a:latin typeface="Nunito" pitchFamily="2" charset="77"/>
            </a:rPr>
            <a:t>  dips </a:t>
          </a:r>
          <a:r>
            <a:rPr lang="en-US" sz="2000" b="0" i="0" dirty="0" err="1">
              <a:solidFill>
                <a:schemeClr val="tx1"/>
              </a:solidFill>
              <a:latin typeface="Nunito" pitchFamily="2" charset="77"/>
            </a:rPr>
            <a:t>cing</a:t>
          </a:r>
          <a:r>
            <a:rPr lang="en-US" sz="2000" b="0" i="0" dirty="0">
              <a:solidFill>
                <a:schemeClr val="tx1"/>
              </a:solidFill>
              <a:latin typeface="Nunito" pitchFamily="2" charset="77"/>
            </a:rPr>
            <a:t> </a:t>
          </a:r>
          <a:r>
            <a:rPr lang="en-US" sz="2000" b="0" i="0" dirty="0" err="1">
              <a:solidFill>
                <a:schemeClr val="tx1"/>
              </a:solidFill>
              <a:latin typeface="Nunito" pitchFamily="2" charset="77"/>
            </a:rPr>
            <a:t>elitr</a:t>
          </a:r>
          <a:r>
            <a:rPr lang="en-US" sz="2000" b="0" i="0" dirty="0">
              <a:solidFill>
                <a:schemeClr val="tx1"/>
              </a:solidFill>
              <a:latin typeface="Nunito" pitchFamily="2" charset="77"/>
            </a:rPr>
            <a:t>, sed diam </a:t>
          </a:r>
          <a:r>
            <a:rPr lang="en-US" sz="2000" b="0" i="0" dirty="0" err="1">
              <a:solidFill>
                <a:schemeClr val="tx1"/>
              </a:solidFill>
              <a:latin typeface="Nunito" pitchFamily="2" charset="77"/>
            </a:rPr>
            <a:t>onumy</a:t>
          </a:r>
          <a:r>
            <a:rPr lang="en-US" sz="2000" b="0" i="0" dirty="0">
              <a:solidFill>
                <a:schemeClr val="tx1"/>
              </a:solidFill>
              <a:latin typeface="Nunito" pitchFamily="2" charset="77"/>
            </a:rPr>
            <a:t> ipsum dolor.</a:t>
          </a:r>
        </a:p>
      </dgm:t>
    </dgm:pt>
    <dgm:pt modelId="{1921DCFA-2085-9C4F-9DDB-6A39D8CCAC20}" type="parTrans" cxnId="{844EBB73-9405-244A-B858-A2FD130CB6A7}">
      <dgm:prSet/>
      <dgm:spPr/>
      <dgm:t>
        <a:bodyPr/>
        <a:lstStyle/>
        <a:p>
          <a:endParaRPr lang="en-US"/>
        </a:p>
      </dgm:t>
    </dgm:pt>
    <dgm:pt modelId="{819913A1-E276-A741-AA47-8F4CCDF17FCA}" type="sibTrans" cxnId="{844EBB73-9405-244A-B858-A2FD130CB6A7}">
      <dgm:prSet/>
      <dgm:spPr/>
      <dgm:t>
        <a:bodyPr/>
        <a:lstStyle/>
        <a:p>
          <a:endParaRPr lang="en-US"/>
        </a:p>
      </dgm:t>
    </dgm:pt>
    <dgm:pt modelId="{4467D0F6-30BC-9043-BB49-5AC7A7953024}">
      <dgm:prSet phldrT="[Text]" custT="1"/>
      <dgm:spPr>
        <a:ln>
          <a:noFill/>
        </a:ln>
      </dgm:spPr>
      <dgm:t>
        <a:bodyPr lIns="182880" tIns="0" rIns="182880" bIns="0"/>
        <a:lstStyle/>
        <a:p>
          <a:pPr>
            <a:buNone/>
          </a:pPr>
          <a:r>
            <a:rPr lang="en-US" sz="2000" b="0" i="0" dirty="0" err="1">
              <a:solidFill>
                <a:schemeClr val="tx1"/>
              </a:solidFill>
              <a:latin typeface="Nunito" pitchFamily="2" charset="77"/>
            </a:rPr>
            <a:t>Dsit</a:t>
          </a:r>
          <a:r>
            <a:rPr lang="en-US" sz="2000" b="0" i="0" dirty="0">
              <a:solidFill>
                <a:schemeClr val="tx1"/>
              </a:solidFill>
              <a:latin typeface="Nunito" pitchFamily="2" charset="77"/>
            </a:rPr>
            <a:t> </a:t>
          </a:r>
          <a:r>
            <a:rPr lang="en-US" sz="2000" b="0" i="0" dirty="0" err="1">
              <a:solidFill>
                <a:schemeClr val="tx1"/>
              </a:solidFill>
              <a:latin typeface="Nunito" pitchFamily="2" charset="77"/>
            </a:rPr>
            <a:t>ametamet</a:t>
          </a:r>
          <a:r>
            <a:rPr lang="en-US" sz="2000" b="0" i="0" dirty="0">
              <a:solidFill>
                <a:schemeClr val="tx1"/>
              </a:solidFill>
              <a:latin typeface="Nunito" pitchFamily="2" charset="77"/>
            </a:rPr>
            <a:t> </a:t>
          </a:r>
          <a:r>
            <a:rPr lang="en-US" sz="2000" b="0" i="0" dirty="0" err="1">
              <a:solidFill>
                <a:schemeClr val="tx1"/>
              </a:solidFill>
              <a:latin typeface="Nunito" pitchFamily="2" charset="77"/>
            </a:rPr>
            <a:t>amet</a:t>
          </a:r>
          <a:r>
            <a:rPr lang="en-US" sz="2000" b="0" i="0" dirty="0">
              <a:solidFill>
                <a:schemeClr val="tx1"/>
              </a:solidFill>
              <a:latin typeface="Nunito" pitchFamily="2" charset="77"/>
            </a:rPr>
            <a:t> </a:t>
          </a:r>
          <a:r>
            <a:rPr lang="en-US" sz="2000" b="0" i="0" dirty="0" err="1">
              <a:solidFill>
                <a:schemeClr val="tx1"/>
              </a:solidFill>
              <a:latin typeface="Nunito" pitchFamily="2" charset="77"/>
            </a:rPr>
            <a:t>amet</a:t>
          </a:r>
          <a:r>
            <a:rPr lang="en-US" sz="2000" b="0" i="0" dirty="0">
              <a:solidFill>
                <a:schemeClr val="tx1"/>
              </a:solidFill>
              <a:latin typeface="Nunito" pitchFamily="2" charset="77"/>
            </a:rPr>
            <a:t> </a:t>
          </a:r>
          <a:r>
            <a:rPr lang="en-US" sz="2000" b="0" i="0" dirty="0" err="1">
              <a:solidFill>
                <a:schemeClr val="tx1"/>
              </a:solidFill>
              <a:latin typeface="Nunito" pitchFamily="2" charset="77"/>
            </a:rPr>
            <a:t>contetur</a:t>
          </a:r>
          <a:r>
            <a:rPr lang="en-US" sz="2000" b="0" i="0" dirty="0">
              <a:solidFill>
                <a:schemeClr val="tx1"/>
              </a:solidFill>
              <a:latin typeface="Nunito" pitchFamily="2" charset="77"/>
            </a:rPr>
            <a:t> </a:t>
          </a:r>
          <a:r>
            <a:rPr lang="en-US" sz="2000" b="0" i="0" dirty="0" err="1">
              <a:solidFill>
                <a:schemeClr val="tx1"/>
              </a:solidFill>
              <a:latin typeface="Nunito" pitchFamily="2" charset="77"/>
            </a:rPr>
            <a:t>elitr</a:t>
          </a:r>
          <a:r>
            <a:rPr lang="en-US" sz="2000" b="0" i="0" dirty="0">
              <a:solidFill>
                <a:schemeClr val="tx1"/>
              </a:solidFill>
              <a:latin typeface="Nunito" pitchFamily="2" charset="77"/>
            </a:rPr>
            <a:t>, sed diam </a:t>
          </a:r>
          <a:r>
            <a:rPr lang="en-US" sz="2000" b="0" i="0" dirty="0" err="1">
              <a:solidFill>
                <a:schemeClr val="tx1"/>
              </a:solidFill>
              <a:latin typeface="Nunito" pitchFamily="2" charset="77"/>
            </a:rPr>
            <a:t>onumy</a:t>
          </a:r>
          <a:r>
            <a:rPr lang="en-US" sz="2000" b="0" i="0" dirty="0">
              <a:solidFill>
                <a:schemeClr val="tx1"/>
              </a:solidFill>
              <a:latin typeface="Nunito" pitchFamily="2" charset="77"/>
            </a:rPr>
            <a:t> ipsum dolor.</a:t>
          </a:r>
          <a:endParaRPr lang="en-US" sz="2000" dirty="0"/>
        </a:p>
      </dgm:t>
    </dgm:pt>
    <dgm:pt modelId="{5FC53B7D-E4C9-D14D-81C6-590DF1F34D98}" type="parTrans" cxnId="{3A5FCC0A-8857-F04D-B917-FF1A0C841E06}">
      <dgm:prSet/>
      <dgm:spPr/>
      <dgm:t>
        <a:bodyPr/>
        <a:lstStyle/>
        <a:p>
          <a:endParaRPr lang="en-US"/>
        </a:p>
      </dgm:t>
    </dgm:pt>
    <dgm:pt modelId="{C7F7DE7A-7C02-A34F-933E-0E0F4ED56A68}" type="sibTrans" cxnId="{3A5FCC0A-8857-F04D-B917-FF1A0C841E06}">
      <dgm:prSet/>
      <dgm:spPr/>
      <dgm:t>
        <a:bodyPr/>
        <a:lstStyle/>
        <a:p>
          <a:endParaRPr lang="en-US"/>
        </a:p>
      </dgm:t>
    </dgm:pt>
    <dgm:pt modelId="{8DD3B819-A24C-7F49-A5AF-D42F20C011B4}">
      <dgm:prSet phldrT="[Text]" custT="1"/>
      <dgm:spPr>
        <a:ln>
          <a:noFill/>
        </a:ln>
      </dgm:spPr>
      <dgm:t>
        <a:bodyPr lIns="182880" tIns="0" rIns="182880" bIns="0"/>
        <a:lstStyle/>
        <a:p>
          <a:pPr>
            <a:buNone/>
          </a:pPr>
          <a:r>
            <a:rPr lang="en-US" sz="2000" b="0" i="0" dirty="0" err="1">
              <a:solidFill>
                <a:schemeClr val="tx1"/>
              </a:solidFill>
              <a:latin typeface="Nunito" pitchFamily="2" charset="77"/>
            </a:rPr>
            <a:t>Dsit</a:t>
          </a:r>
          <a:r>
            <a:rPr lang="en-US" sz="2000" b="0" i="0" dirty="0">
              <a:solidFill>
                <a:schemeClr val="tx1"/>
              </a:solidFill>
              <a:latin typeface="Nunito" pitchFamily="2" charset="77"/>
            </a:rPr>
            <a:t> </a:t>
          </a:r>
          <a:r>
            <a:rPr lang="en-US" sz="2000" b="0" i="0" dirty="0" err="1">
              <a:solidFill>
                <a:schemeClr val="tx1"/>
              </a:solidFill>
              <a:latin typeface="Nunito" pitchFamily="2" charset="77"/>
            </a:rPr>
            <a:t>amet</a:t>
          </a:r>
          <a:r>
            <a:rPr lang="en-US" sz="2000" b="0" i="0" dirty="0">
              <a:solidFill>
                <a:schemeClr val="tx1"/>
              </a:solidFill>
              <a:latin typeface="Nunito" pitchFamily="2" charset="77"/>
            </a:rPr>
            <a:t>, </a:t>
          </a:r>
          <a:r>
            <a:rPr lang="en-US" sz="2000" b="0" i="0" dirty="0" err="1">
              <a:solidFill>
                <a:schemeClr val="tx1"/>
              </a:solidFill>
              <a:latin typeface="Nunito" pitchFamily="2" charset="77"/>
            </a:rPr>
            <a:t>amet</a:t>
          </a:r>
          <a:r>
            <a:rPr lang="en-US" sz="2000" b="0" i="0" dirty="0">
              <a:solidFill>
                <a:schemeClr val="tx1"/>
              </a:solidFill>
              <a:latin typeface="Nunito" pitchFamily="2" charset="77"/>
            </a:rPr>
            <a:t> </a:t>
          </a:r>
          <a:r>
            <a:rPr lang="en-US" sz="2000" b="0" i="0" dirty="0" err="1">
              <a:solidFill>
                <a:schemeClr val="tx1"/>
              </a:solidFill>
              <a:latin typeface="Nunito" pitchFamily="2" charset="77"/>
            </a:rPr>
            <a:t>amet</a:t>
          </a:r>
          <a:r>
            <a:rPr lang="en-US" sz="2000" b="0" i="0" dirty="0">
              <a:solidFill>
                <a:schemeClr val="tx1"/>
              </a:solidFill>
              <a:latin typeface="Nunito" pitchFamily="2" charset="77"/>
            </a:rPr>
            <a:t> </a:t>
          </a:r>
          <a:r>
            <a:rPr lang="en-US" sz="2000" b="0" i="0" dirty="0" err="1">
              <a:solidFill>
                <a:schemeClr val="tx1"/>
              </a:solidFill>
              <a:latin typeface="Nunito" pitchFamily="2" charset="77"/>
            </a:rPr>
            <a:t>amet</a:t>
          </a:r>
          <a:r>
            <a:rPr lang="en-US" sz="2000" b="0" i="0" dirty="0">
              <a:solidFill>
                <a:schemeClr val="tx1"/>
              </a:solidFill>
              <a:latin typeface="Nunito" pitchFamily="2" charset="77"/>
            </a:rPr>
            <a:t> </a:t>
          </a:r>
          <a:r>
            <a:rPr lang="en-US" sz="2000" b="0" i="0" dirty="0" err="1">
              <a:solidFill>
                <a:schemeClr val="tx1"/>
              </a:solidFill>
              <a:latin typeface="Nunito" pitchFamily="2" charset="77"/>
            </a:rPr>
            <a:t>amet</a:t>
          </a:r>
          <a:r>
            <a:rPr lang="en-US" sz="2000" b="0" i="0" dirty="0">
              <a:solidFill>
                <a:schemeClr val="tx1"/>
              </a:solidFill>
              <a:latin typeface="Nunito" pitchFamily="2" charset="77"/>
            </a:rPr>
            <a:t> </a:t>
          </a:r>
          <a:r>
            <a:rPr lang="en-US" sz="2000" b="0" i="0" dirty="0" err="1">
              <a:solidFill>
                <a:schemeClr val="tx1"/>
              </a:solidFill>
              <a:latin typeface="Nunito" pitchFamily="2" charset="77"/>
            </a:rPr>
            <a:t>consetet</a:t>
          </a:r>
          <a:r>
            <a:rPr lang="en-US" sz="2000" b="0" i="0" dirty="0">
              <a:solidFill>
                <a:schemeClr val="tx1"/>
              </a:solidFill>
              <a:latin typeface="Nunito" pitchFamily="2" charset="77"/>
            </a:rPr>
            <a:t> dips </a:t>
          </a:r>
          <a:r>
            <a:rPr lang="en-US" sz="2000" b="0" i="0" dirty="0" err="1">
              <a:solidFill>
                <a:schemeClr val="tx1"/>
              </a:solidFill>
              <a:latin typeface="Nunito" pitchFamily="2" charset="77"/>
            </a:rPr>
            <a:t>cing</a:t>
          </a:r>
          <a:r>
            <a:rPr lang="en-US" sz="2000" b="0" i="0" dirty="0">
              <a:solidFill>
                <a:schemeClr val="tx1"/>
              </a:solidFill>
              <a:latin typeface="Nunito" pitchFamily="2" charset="77"/>
            </a:rPr>
            <a:t> </a:t>
          </a:r>
          <a:r>
            <a:rPr lang="en-US" sz="2000" b="0" i="0" dirty="0" err="1">
              <a:solidFill>
                <a:schemeClr val="tx1"/>
              </a:solidFill>
              <a:latin typeface="Nunito" pitchFamily="2" charset="77"/>
            </a:rPr>
            <a:t>elitr</a:t>
          </a:r>
          <a:r>
            <a:rPr lang="en-US" sz="2000" b="0" i="0" dirty="0">
              <a:solidFill>
                <a:schemeClr val="tx1"/>
              </a:solidFill>
              <a:latin typeface="Nunito" pitchFamily="2" charset="77"/>
            </a:rPr>
            <a:t>, sed diam </a:t>
          </a:r>
          <a:r>
            <a:rPr lang="en-US" sz="2000" b="0" i="0" dirty="0" err="1">
              <a:solidFill>
                <a:schemeClr val="tx1"/>
              </a:solidFill>
              <a:latin typeface="Nunito" pitchFamily="2" charset="77"/>
            </a:rPr>
            <a:t>onumy</a:t>
          </a:r>
          <a:r>
            <a:rPr lang="en-US" sz="2000" b="0" i="0" dirty="0">
              <a:solidFill>
                <a:schemeClr val="tx1"/>
              </a:solidFill>
              <a:latin typeface="Nunito" pitchFamily="2" charset="77"/>
            </a:rPr>
            <a:t> ipsum dolor.</a:t>
          </a:r>
          <a:endParaRPr lang="en-US" sz="2000" dirty="0"/>
        </a:p>
      </dgm:t>
    </dgm:pt>
    <dgm:pt modelId="{9EACDB61-A27C-7E4D-9629-14560B842FB9}" type="parTrans" cxnId="{60CDBA10-A502-6B49-929A-66C82B36988E}">
      <dgm:prSet/>
      <dgm:spPr/>
      <dgm:t>
        <a:bodyPr/>
        <a:lstStyle/>
        <a:p>
          <a:endParaRPr lang="en-US"/>
        </a:p>
      </dgm:t>
    </dgm:pt>
    <dgm:pt modelId="{8C22EEE0-2471-3D47-B41C-037A4170260C}" type="sibTrans" cxnId="{60CDBA10-A502-6B49-929A-66C82B36988E}">
      <dgm:prSet/>
      <dgm:spPr/>
      <dgm:t>
        <a:bodyPr/>
        <a:lstStyle/>
        <a:p>
          <a:endParaRPr lang="en-US"/>
        </a:p>
      </dgm:t>
    </dgm:pt>
    <dgm:pt modelId="{C436E2F1-6F92-A84B-9E0D-CC1A711AF9F5}">
      <dgm:prSet phldrT="[Text]" custT="1"/>
      <dgm:spPr>
        <a:ln>
          <a:noFill/>
        </a:ln>
      </dgm:spPr>
      <dgm:t>
        <a:bodyPr lIns="0"/>
        <a:lstStyle/>
        <a:p>
          <a:pPr>
            <a:buNone/>
          </a:pPr>
          <a:r>
            <a:rPr lang="en-US" sz="2000" b="0" i="0" dirty="0" err="1">
              <a:solidFill>
                <a:schemeClr val="tx1"/>
              </a:solidFill>
              <a:latin typeface="Nunito" pitchFamily="2" charset="77"/>
            </a:rPr>
            <a:t>Dsit</a:t>
          </a:r>
          <a:r>
            <a:rPr lang="en-US" sz="2000" b="0" i="0" dirty="0">
              <a:solidFill>
                <a:schemeClr val="tx1"/>
              </a:solidFill>
              <a:latin typeface="Nunito" pitchFamily="2" charset="77"/>
            </a:rPr>
            <a:t> </a:t>
          </a:r>
          <a:r>
            <a:rPr lang="en-US" sz="2000" b="0" i="0" dirty="0" err="1">
              <a:solidFill>
                <a:schemeClr val="tx1"/>
              </a:solidFill>
              <a:latin typeface="Nunito" pitchFamily="2" charset="77"/>
            </a:rPr>
            <a:t>ametamet</a:t>
          </a:r>
          <a:r>
            <a:rPr lang="en-US" sz="2000" b="0" i="0" dirty="0">
              <a:solidFill>
                <a:schemeClr val="tx1"/>
              </a:solidFill>
              <a:latin typeface="Nunito" pitchFamily="2" charset="77"/>
            </a:rPr>
            <a:t> </a:t>
          </a:r>
          <a:r>
            <a:rPr lang="en-US" sz="2000" b="0" i="0" dirty="0" err="1">
              <a:solidFill>
                <a:schemeClr val="tx1"/>
              </a:solidFill>
              <a:latin typeface="Nunito" pitchFamily="2" charset="77"/>
            </a:rPr>
            <a:t>amet</a:t>
          </a:r>
          <a:r>
            <a:rPr lang="en-US" sz="2000" b="0" i="0" dirty="0">
              <a:solidFill>
                <a:schemeClr val="tx1"/>
              </a:solidFill>
              <a:latin typeface="Nunito" pitchFamily="2" charset="77"/>
            </a:rPr>
            <a:t> </a:t>
          </a:r>
          <a:r>
            <a:rPr lang="en-US" sz="2000" b="0" i="0" dirty="0" err="1">
              <a:solidFill>
                <a:schemeClr val="tx1"/>
              </a:solidFill>
              <a:latin typeface="Nunito" pitchFamily="2" charset="77"/>
            </a:rPr>
            <a:t>amet</a:t>
          </a:r>
          <a:r>
            <a:rPr lang="en-US" sz="2000" b="0" i="0" dirty="0">
              <a:solidFill>
                <a:schemeClr val="tx1"/>
              </a:solidFill>
              <a:latin typeface="Nunito" pitchFamily="2" charset="77"/>
            </a:rPr>
            <a:t> </a:t>
          </a:r>
          <a:r>
            <a:rPr lang="en-US" sz="2000" b="0" i="0" dirty="0" err="1">
              <a:solidFill>
                <a:schemeClr val="tx1"/>
              </a:solidFill>
              <a:latin typeface="Nunito" pitchFamily="2" charset="77"/>
            </a:rPr>
            <a:t>amet</a:t>
          </a:r>
          <a:r>
            <a:rPr lang="en-US" sz="2000" b="0" i="0" dirty="0">
              <a:solidFill>
                <a:schemeClr val="tx1"/>
              </a:solidFill>
              <a:latin typeface="Nunito" pitchFamily="2" charset="77"/>
            </a:rPr>
            <a:t> </a:t>
          </a:r>
          <a:r>
            <a:rPr lang="en-US" sz="2000" b="0" i="0" dirty="0" err="1">
              <a:solidFill>
                <a:schemeClr val="tx1"/>
              </a:solidFill>
              <a:latin typeface="Nunito" pitchFamily="2" charset="77"/>
            </a:rPr>
            <a:t>consetetur</a:t>
          </a:r>
          <a:r>
            <a:rPr lang="en-US" sz="2000" b="0" i="0" dirty="0">
              <a:solidFill>
                <a:schemeClr val="tx1"/>
              </a:solidFill>
              <a:latin typeface="Nunito" pitchFamily="2" charset="77"/>
            </a:rPr>
            <a:t>  dips </a:t>
          </a:r>
          <a:r>
            <a:rPr lang="en-US" sz="2000" b="0" i="0" dirty="0" err="1">
              <a:solidFill>
                <a:schemeClr val="tx1"/>
              </a:solidFill>
              <a:latin typeface="Nunito" pitchFamily="2" charset="77"/>
            </a:rPr>
            <a:t>cing</a:t>
          </a:r>
          <a:r>
            <a:rPr lang="en-US" sz="2000" b="0" i="0" dirty="0">
              <a:solidFill>
                <a:schemeClr val="tx1"/>
              </a:solidFill>
              <a:latin typeface="Nunito" pitchFamily="2" charset="77"/>
            </a:rPr>
            <a:t> </a:t>
          </a:r>
          <a:r>
            <a:rPr lang="en-US" sz="2000" b="0" i="0" dirty="0" err="1">
              <a:solidFill>
                <a:schemeClr val="tx1"/>
              </a:solidFill>
              <a:latin typeface="Nunito" pitchFamily="2" charset="77"/>
            </a:rPr>
            <a:t>elitr</a:t>
          </a:r>
          <a:r>
            <a:rPr lang="en-US" sz="2000" b="0" i="0" dirty="0">
              <a:solidFill>
                <a:schemeClr val="tx1"/>
              </a:solidFill>
              <a:latin typeface="Nunito" pitchFamily="2" charset="77"/>
            </a:rPr>
            <a:t>, sed diam </a:t>
          </a:r>
          <a:r>
            <a:rPr lang="en-US" sz="2000" b="0" i="0" dirty="0" err="1">
              <a:solidFill>
                <a:schemeClr val="tx1"/>
              </a:solidFill>
              <a:latin typeface="Nunito" pitchFamily="2" charset="77"/>
            </a:rPr>
            <a:t>onumy</a:t>
          </a:r>
          <a:r>
            <a:rPr lang="en-US" sz="2000" b="0" i="0" dirty="0">
              <a:solidFill>
                <a:schemeClr val="tx1"/>
              </a:solidFill>
              <a:latin typeface="Nunito" pitchFamily="2" charset="77"/>
            </a:rPr>
            <a:t> ipsum dolor.</a:t>
          </a:r>
          <a:endParaRPr lang="en-US" sz="2000" dirty="0"/>
        </a:p>
      </dgm:t>
    </dgm:pt>
    <dgm:pt modelId="{43F2FE6A-3FF6-594E-AA1C-8D582CAE79AC}" type="parTrans" cxnId="{0A45E36E-67F9-9D4E-8320-90A3F9833F82}">
      <dgm:prSet/>
      <dgm:spPr/>
      <dgm:t>
        <a:bodyPr/>
        <a:lstStyle/>
        <a:p>
          <a:endParaRPr lang="en-US"/>
        </a:p>
      </dgm:t>
    </dgm:pt>
    <dgm:pt modelId="{D6F013B8-2B9C-AB44-B144-906D4C1DB253}" type="sibTrans" cxnId="{0A45E36E-67F9-9D4E-8320-90A3F9833F82}">
      <dgm:prSet/>
      <dgm:spPr/>
      <dgm:t>
        <a:bodyPr/>
        <a:lstStyle/>
        <a:p>
          <a:endParaRPr lang="en-US"/>
        </a:p>
      </dgm:t>
    </dgm:pt>
    <dgm:pt modelId="{D3C7B138-FEC0-A74E-A371-14BFE317757C}" type="pres">
      <dgm:prSet presAssocID="{CC7B7535-9CF4-2945-A1E6-1C1D3286D902}" presName="Name0" presStyleCnt="0">
        <dgm:presLayoutVars>
          <dgm:dir val="rev"/>
          <dgm:resizeHandles val="exact"/>
        </dgm:presLayoutVars>
      </dgm:prSet>
      <dgm:spPr/>
    </dgm:pt>
    <dgm:pt modelId="{6D191CDD-5305-F94C-8D69-2A710DBA7DBA}" type="pres">
      <dgm:prSet presAssocID="{B54E02C4-6AF2-CD4F-A853-B82888EBF3E7}" presName="Name5" presStyleLbl="vennNode1" presStyleIdx="0" presStyleCnt="4" custLinFactNeighborY="-127">
        <dgm:presLayoutVars>
          <dgm:bulletEnabled val="1"/>
        </dgm:presLayoutVars>
      </dgm:prSet>
      <dgm:spPr/>
    </dgm:pt>
    <dgm:pt modelId="{9F513CD3-3E9B-1F47-8810-4E5C4A7DF069}" type="pres">
      <dgm:prSet presAssocID="{819913A1-E276-A741-AA47-8F4CCDF17FCA}" presName="space" presStyleCnt="0"/>
      <dgm:spPr/>
    </dgm:pt>
    <dgm:pt modelId="{7F4865B5-858F-BA41-AD87-9CB95046E324}" type="pres">
      <dgm:prSet presAssocID="{4467D0F6-30BC-9043-BB49-5AC7A7953024}" presName="Name5" presStyleLbl="vennNode1" presStyleIdx="1" presStyleCnt="4" custLinFactNeighborY="-127">
        <dgm:presLayoutVars>
          <dgm:bulletEnabled val="1"/>
        </dgm:presLayoutVars>
      </dgm:prSet>
      <dgm:spPr/>
    </dgm:pt>
    <dgm:pt modelId="{B833743E-5D0D-B447-89F2-B2C2E8C7934C}" type="pres">
      <dgm:prSet presAssocID="{C7F7DE7A-7C02-A34F-933E-0E0F4ED56A68}" presName="space" presStyleCnt="0"/>
      <dgm:spPr/>
    </dgm:pt>
    <dgm:pt modelId="{A77B5C6C-9368-0A4C-A629-48EBBFB358A4}" type="pres">
      <dgm:prSet presAssocID="{8DD3B819-A24C-7F49-A5AF-D42F20C011B4}" presName="Name5" presStyleLbl="vennNode1" presStyleIdx="2" presStyleCnt="4" custLinFactNeighborY="-127">
        <dgm:presLayoutVars>
          <dgm:bulletEnabled val="1"/>
        </dgm:presLayoutVars>
      </dgm:prSet>
      <dgm:spPr/>
    </dgm:pt>
    <dgm:pt modelId="{4B52DB7B-E57F-5D46-B334-830C845C222B}" type="pres">
      <dgm:prSet presAssocID="{8C22EEE0-2471-3D47-B41C-037A4170260C}" presName="space" presStyleCnt="0"/>
      <dgm:spPr/>
    </dgm:pt>
    <dgm:pt modelId="{4A171480-9209-9840-AAE6-FC65949E274C}" type="pres">
      <dgm:prSet presAssocID="{C436E2F1-6F92-A84B-9E0D-CC1A711AF9F5}" presName="Name5" presStyleLbl="vennNode1" presStyleIdx="3" presStyleCnt="4" custLinFactX="-1197" custLinFactNeighborX="-100000" custLinFactNeighborY="732">
        <dgm:presLayoutVars>
          <dgm:bulletEnabled val="1"/>
        </dgm:presLayoutVars>
      </dgm:prSet>
      <dgm:spPr/>
    </dgm:pt>
  </dgm:ptLst>
  <dgm:cxnLst>
    <dgm:cxn modelId="{3A5FCC0A-8857-F04D-B917-FF1A0C841E06}" srcId="{CC7B7535-9CF4-2945-A1E6-1C1D3286D902}" destId="{4467D0F6-30BC-9043-BB49-5AC7A7953024}" srcOrd="1" destOrd="0" parTransId="{5FC53B7D-E4C9-D14D-81C6-590DF1F34D98}" sibTransId="{C7F7DE7A-7C02-A34F-933E-0E0F4ED56A68}"/>
    <dgm:cxn modelId="{60CDBA10-A502-6B49-929A-66C82B36988E}" srcId="{CC7B7535-9CF4-2945-A1E6-1C1D3286D902}" destId="{8DD3B819-A24C-7F49-A5AF-D42F20C011B4}" srcOrd="2" destOrd="0" parTransId="{9EACDB61-A27C-7E4D-9629-14560B842FB9}" sibTransId="{8C22EEE0-2471-3D47-B41C-037A4170260C}"/>
    <dgm:cxn modelId="{FF01892A-7DC8-8347-A6B2-6DDD85356EF6}" type="presOf" srcId="{B54E02C4-6AF2-CD4F-A853-B82888EBF3E7}" destId="{6D191CDD-5305-F94C-8D69-2A710DBA7DBA}" srcOrd="0" destOrd="0" presId="urn:microsoft.com/office/officeart/2005/8/layout/venn3"/>
    <dgm:cxn modelId="{62D48E5B-60A3-734D-AA63-2A15E260FBF8}" type="presOf" srcId="{CC7B7535-9CF4-2945-A1E6-1C1D3286D902}" destId="{D3C7B138-FEC0-A74E-A371-14BFE317757C}" srcOrd="0" destOrd="0" presId="urn:microsoft.com/office/officeart/2005/8/layout/venn3"/>
    <dgm:cxn modelId="{0A45E36E-67F9-9D4E-8320-90A3F9833F82}" srcId="{CC7B7535-9CF4-2945-A1E6-1C1D3286D902}" destId="{C436E2F1-6F92-A84B-9E0D-CC1A711AF9F5}" srcOrd="3" destOrd="0" parTransId="{43F2FE6A-3FF6-594E-AA1C-8D582CAE79AC}" sibTransId="{D6F013B8-2B9C-AB44-B144-906D4C1DB253}"/>
    <dgm:cxn modelId="{844EBB73-9405-244A-B858-A2FD130CB6A7}" srcId="{CC7B7535-9CF4-2945-A1E6-1C1D3286D902}" destId="{B54E02C4-6AF2-CD4F-A853-B82888EBF3E7}" srcOrd="0" destOrd="0" parTransId="{1921DCFA-2085-9C4F-9DDB-6A39D8CCAC20}" sibTransId="{819913A1-E276-A741-AA47-8F4CCDF17FCA}"/>
    <dgm:cxn modelId="{2A4E9890-6FB5-D645-ABA0-82B4F6770EA1}" type="presOf" srcId="{8DD3B819-A24C-7F49-A5AF-D42F20C011B4}" destId="{A77B5C6C-9368-0A4C-A629-48EBBFB358A4}" srcOrd="0" destOrd="0" presId="urn:microsoft.com/office/officeart/2005/8/layout/venn3"/>
    <dgm:cxn modelId="{496EF4B5-9898-9346-A4C7-558F1A0B1BF4}" type="presOf" srcId="{4467D0F6-30BC-9043-BB49-5AC7A7953024}" destId="{7F4865B5-858F-BA41-AD87-9CB95046E324}" srcOrd="0" destOrd="0" presId="urn:microsoft.com/office/officeart/2005/8/layout/venn3"/>
    <dgm:cxn modelId="{3AC17CCA-FA52-5B46-B97C-1BDDA9CFDE39}" type="presOf" srcId="{C436E2F1-6F92-A84B-9E0D-CC1A711AF9F5}" destId="{4A171480-9209-9840-AAE6-FC65949E274C}" srcOrd="0" destOrd="0" presId="urn:microsoft.com/office/officeart/2005/8/layout/venn3"/>
    <dgm:cxn modelId="{B5C88B73-970E-574F-866D-A32A3016A45F}" type="presParOf" srcId="{D3C7B138-FEC0-A74E-A371-14BFE317757C}" destId="{6D191CDD-5305-F94C-8D69-2A710DBA7DBA}" srcOrd="0" destOrd="0" presId="urn:microsoft.com/office/officeart/2005/8/layout/venn3"/>
    <dgm:cxn modelId="{6D971C1A-5BA0-3D41-8536-ECBFDF2FF331}" type="presParOf" srcId="{D3C7B138-FEC0-A74E-A371-14BFE317757C}" destId="{9F513CD3-3E9B-1F47-8810-4E5C4A7DF069}" srcOrd="1" destOrd="0" presId="urn:microsoft.com/office/officeart/2005/8/layout/venn3"/>
    <dgm:cxn modelId="{96D984AD-6D63-1C43-BD4F-4B90B1308FFE}" type="presParOf" srcId="{D3C7B138-FEC0-A74E-A371-14BFE317757C}" destId="{7F4865B5-858F-BA41-AD87-9CB95046E324}" srcOrd="2" destOrd="0" presId="urn:microsoft.com/office/officeart/2005/8/layout/venn3"/>
    <dgm:cxn modelId="{E533A6B3-7C7E-5D44-8B27-3DDFE04E4451}" type="presParOf" srcId="{D3C7B138-FEC0-A74E-A371-14BFE317757C}" destId="{B833743E-5D0D-B447-89F2-B2C2E8C7934C}" srcOrd="3" destOrd="0" presId="urn:microsoft.com/office/officeart/2005/8/layout/venn3"/>
    <dgm:cxn modelId="{D15E30CB-BF8C-5A41-94EE-070BB83CC44B}" type="presParOf" srcId="{D3C7B138-FEC0-A74E-A371-14BFE317757C}" destId="{A77B5C6C-9368-0A4C-A629-48EBBFB358A4}" srcOrd="4" destOrd="0" presId="urn:microsoft.com/office/officeart/2005/8/layout/venn3"/>
    <dgm:cxn modelId="{1CF6DA05-90D3-0A40-8781-BDFD49EDE64C}" type="presParOf" srcId="{D3C7B138-FEC0-A74E-A371-14BFE317757C}" destId="{4B52DB7B-E57F-5D46-B334-830C845C222B}" srcOrd="5" destOrd="0" presId="urn:microsoft.com/office/officeart/2005/8/layout/venn3"/>
    <dgm:cxn modelId="{00552DDC-B8E6-794D-A34C-F31B6182759E}" type="presParOf" srcId="{D3C7B138-FEC0-A74E-A371-14BFE317757C}" destId="{4A171480-9209-9840-AAE6-FC65949E274C}" srcOrd="6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191CDD-5305-F94C-8D69-2A710DBA7DBA}">
      <dsp:nvSpPr>
        <dsp:cNvPr id="0" name=""/>
        <dsp:cNvSpPr/>
      </dsp:nvSpPr>
      <dsp:spPr>
        <a:xfrm>
          <a:off x="7421507" y="438912"/>
          <a:ext cx="3091011" cy="3091011"/>
        </a:xfrm>
        <a:prstGeom prst="ellipse">
          <a:avLst/>
        </a:prstGeom>
        <a:solidFill>
          <a:schemeClr val="accent2">
            <a:shade val="80000"/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74320" tIns="0" rIns="18288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 err="1">
              <a:solidFill>
                <a:schemeClr val="tx1"/>
              </a:solidFill>
              <a:latin typeface="Nunito" pitchFamily="2" charset="77"/>
            </a:rPr>
            <a:t>Dsit</a:t>
          </a:r>
          <a:r>
            <a:rPr lang="en-US" sz="2000" b="0" i="0" kern="1200" dirty="0">
              <a:solidFill>
                <a:schemeClr val="tx1"/>
              </a:solidFill>
              <a:latin typeface="Nunito" pitchFamily="2" charset="77"/>
            </a:rPr>
            <a:t> </a:t>
          </a:r>
          <a:r>
            <a:rPr lang="en-US" sz="2000" b="0" i="0" kern="1200" dirty="0" err="1">
              <a:solidFill>
                <a:schemeClr val="tx1"/>
              </a:solidFill>
              <a:latin typeface="Nunito" pitchFamily="2" charset="77"/>
            </a:rPr>
            <a:t>ametamet</a:t>
          </a:r>
          <a:r>
            <a:rPr lang="en-US" sz="2000" b="0" i="0" kern="1200" dirty="0">
              <a:solidFill>
                <a:schemeClr val="tx1"/>
              </a:solidFill>
              <a:latin typeface="Nunito" pitchFamily="2" charset="77"/>
            </a:rPr>
            <a:t> </a:t>
          </a:r>
          <a:r>
            <a:rPr lang="en-US" sz="2000" b="0" i="0" kern="1200" dirty="0" err="1">
              <a:solidFill>
                <a:schemeClr val="tx1"/>
              </a:solidFill>
              <a:latin typeface="Nunito" pitchFamily="2" charset="77"/>
            </a:rPr>
            <a:t>amet</a:t>
          </a:r>
          <a:r>
            <a:rPr lang="en-US" sz="2000" b="0" i="0" kern="1200" dirty="0">
              <a:solidFill>
                <a:schemeClr val="tx1"/>
              </a:solidFill>
              <a:latin typeface="Nunito" pitchFamily="2" charset="77"/>
            </a:rPr>
            <a:t> </a:t>
          </a:r>
          <a:r>
            <a:rPr lang="en-US" sz="2000" b="0" i="0" kern="1200" dirty="0" err="1">
              <a:solidFill>
                <a:schemeClr val="tx1"/>
              </a:solidFill>
              <a:latin typeface="Nunito" pitchFamily="2" charset="77"/>
            </a:rPr>
            <a:t>amet</a:t>
          </a:r>
          <a:r>
            <a:rPr lang="en-US" sz="2000" b="0" i="0" kern="1200" dirty="0">
              <a:solidFill>
                <a:schemeClr val="tx1"/>
              </a:solidFill>
              <a:latin typeface="Nunito" pitchFamily="2" charset="77"/>
            </a:rPr>
            <a:t> am </a:t>
          </a:r>
          <a:r>
            <a:rPr lang="en-US" sz="2000" b="0" i="0" kern="1200" dirty="0" err="1">
              <a:solidFill>
                <a:schemeClr val="tx1"/>
              </a:solidFill>
              <a:latin typeface="Nunito" pitchFamily="2" charset="77"/>
            </a:rPr>
            <a:t>consetetur</a:t>
          </a:r>
          <a:r>
            <a:rPr lang="en-US" sz="2000" b="0" i="0" kern="1200" dirty="0">
              <a:solidFill>
                <a:schemeClr val="tx1"/>
              </a:solidFill>
              <a:latin typeface="Nunito" pitchFamily="2" charset="77"/>
            </a:rPr>
            <a:t>  dips </a:t>
          </a:r>
          <a:r>
            <a:rPr lang="en-US" sz="2000" b="0" i="0" kern="1200" dirty="0" err="1">
              <a:solidFill>
                <a:schemeClr val="tx1"/>
              </a:solidFill>
              <a:latin typeface="Nunito" pitchFamily="2" charset="77"/>
            </a:rPr>
            <a:t>cing</a:t>
          </a:r>
          <a:r>
            <a:rPr lang="en-US" sz="2000" b="0" i="0" kern="1200" dirty="0">
              <a:solidFill>
                <a:schemeClr val="tx1"/>
              </a:solidFill>
              <a:latin typeface="Nunito" pitchFamily="2" charset="77"/>
            </a:rPr>
            <a:t> </a:t>
          </a:r>
          <a:r>
            <a:rPr lang="en-US" sz="2000" b="0" i="0" kern="1200" dirty="0" err="1">
              <a:solidFill>
                <a:schemeClr val="tx1"/>
              </a:solidFill>
              <a:latin typeface="Nunito" pitchFamily="2" charset="77"/>
            </a:rPr>
            <a:t>elitr</a:t>
          </a:r>
          <a:r>
            <a:rPr lang="en-US" sz="2000" b="0" i="0" kern="1200" dirty="0">
              <a:solidFill>
                <a:schemeClr val="tx1"/>
              </a:solidFill>
              <a:latin typeface="Nunito" pitchFamily="2" charset="77"/>
            </a:rPr>
            <a:t>, sed diam </a:t>
          </a:r>
          <a:r>
            <a:rPr lang="en-US" sz="2000" b="0" i="0" kern="1200" dirty="0" err="1">
              <a:solidFill>
                <a:schemeClr val="tx1"/>
              </a:solidFill>
              <a:latin typeface="Nunito" pitchFamily="2" charset="77"/>
            </a:rPr>
            <a:t>onumy</a:t>
          </a:r>
          <a:r>
            <a:rPr lang="en-US" sz="2000" b="0" i="0" kern="1200" dirty="0">
              <a:solidFill>
                <a:schemeClr val="tx1"/>
              </a:solidFill>
              <a:latin typeface="Nunito" pitchFamily="2" charset="77"/>
            </a:rPr>
            <a:t> ipsum dolor.</a:t>
          </a:r>
        </a:p>
      </dsp:txBody>
      <dsp:txXfrm>
        <a:off x="7874175" y="891580"/>
        <a:ext cx="2185675" cy="2185675"/>
      </dsp:txXfrm>
    </dsp:sp>
    <dsp:sp modelId="{7F4865B5-858F-BA41-AD87-9CB95046E324}">
      <dsp:nvSpPr>
        <dsp:cNvPr id="0" name=""/>
        <dsp:cNvSpPr/>
      </dsp:nvSpPr>
      <dsp:spPr>
        <a:xfrm>
          <a:off x="4948698" y="438912"/>
          <a:ext cx="3091011" cy="3091011"/>
        </a:xfrm>
        <a:prstGeom prst="ellipse">
          <a:avLst/>
        </a:prstGeom>
        <a:solidFill>
          <a:schemeClr val="accent2">
            <a:shade val="80000"/>
            <a:alpha val="50000"/>
            <a:hueOff val="-4"/>
            <a:satOff val="6405"/>
            <a:lumOff val="2049"/>
            <a:alphaOff val="-10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82880" tIns="0" rIns="18288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 err="1">
              <a:solidFill>
                <a:schemeClr val="tx1"/>
              </a:solidFill>
              <a:latin typeface="Nunito" pitchFamily="2" charset="77"/>
            </a:rPr>
            <a:t>Dsit</a:t>
          </a:r>
          <a:r>
            <a:rPr lang="en-US" sz="2000" b="0" i="0" kern="1200" dirty="0">
              <a:solidFill>
                <a:schemeClr val="tx1"/>
              </a:solidFill>
              <a:latin typeface="Nunito" pitchFamily="2" charset="77"/>
            </a:rPr>
            <a:t> </a:t>
          </a:r>
          <a:r>
            <a:rPr lang="en-US" sz="2000" b="0" i="0" kern="1200" dirty="0" err="1">
              <a:solidFill>
                <a:schemeClr val="tx1"/>
              </a:solidFill>
              <a:latin typeface="Nunito" pitchFamily="2" charset="77"/>
            </a:rPr>
            <a:t>ametamet</a:t>
          </a:r>
          <a:r>
            <a:rPr lang="en-US" sz="2000" b="0" i="0" kern="1200" dirty="0">
              <a:solidFill>
                <a:schemeClr val="tx1"/>
              </a:solidFill>
              <a:latin typeface="Nunito" pitchFamily="2" charset="77"/>
            </a:rPr>
            <a:t> </a:t>
          </a:r>
          <a:r>
            <a:rPr lang="en-US" sz="2000" b="0" i="0" kern="1200" dirty="0" err="1">
              <a:solidFill>
                <a:schemeClr val="tx1"/>
              </a:solidFill>
              <a:latin typeface="Nunito" pitchFamily="2" charset="77"/>
            </a:rPr>
            <a:t>amet</a:t>
          </a:r>
          <a:r>
            <a:rPr lang="en-US" sz="2000" b="0" i="0" kern="1200" dirty="0">
              <a:solidFill>
                <a:schemeClr val="tx1"/>
              </a:solidFill>
              <a:latin typeface="Nunito" pitchFamily="2" charset="77"/>
            </a:rPr>
            <a:t> </a:t>
          </a:r>
          <a:r>
            <a:rPr lang="en-US" sz="2000" b="0" i="0" kern="1200" dirty="0" err="1">
              <a:solidFill>
                <a:schemeClr val="tx1"/>
              </a:solidFill>
              <a:latin typeface="Nunito" pitchFamily="2" charset="77"/>
            </a:rPr>
            <a:t>amet</a:t>
          </a:r>
          <a:r>
            <a:rPr lang="en-US" sz="2000" b="0" i="0" kern="1200" dirty="0">
              <a:solidFill>
                <a:schemeClr val="tx1"/>
              </a:solidFill>
              <a:latin typeface="Nunito" pitchFamily="2" charset="77"/>
            </a:rPr>
            <a:t> </a:t>
          </a:r>
          <a:r>
            <a:rPr lang="en-US" sz="2000" b="0" i="0" kern="1200" dirty="0" err="1">
              <a:solidFill>
                <a:schemeClr val="tx1"/>
              </a:solidFill>
              <a:latin typeface="Nunito" pitchFamily="2" charset="77"/>
            </a:rPr>
            <a:t>contetur</a:t>
          </a:r>
          <a:r>
            <a:rPr lang="en-US" sz="2000" b="0" i="0" kern="1200" dirty="0">
              <a:solidFill>
                <a:schemeClr val="tx1"/>
              </a:solidFill>
              <a:latin typeface="Nunito" pitchFamily="2" charset="77"/>
            </a:rPr>
            <a:t> </a:t>
          </a:r>
          <a:r>
            <a:rPr lang="en-US" sz="2000" b="0" i="0" kern="1200" dirty="0" err="1">
              <a:solidFill>
                <a:schemeClr val="tx1"/>
              </a:solidFill>
              <a:latin typeface="Nunito" pitchFamily="2" charset="77"/>
            </a:rPr>
            <a:t>elitr</a:t>
          </a:r>
          <a:r>
            <a:rPr lang="en-US" sz="2000" b="0" i="0" kern="1200" dirty="0">
              <a:solidFill>
                <a:schemeClr val="tx1"/>
              </a:solidFill>
              <a:latin typeface="Nunito" pitchFamily="2" charset="77"/>
            </a:rPr>
            <a:t>, sed diam </a:t>
          </a:r>
          <a:r>
            <a:rPr lang="en-US" sz="2000" b="0" i="0" kern="1200" dirty="0" err="1">
              <a:solidFill>
                <a:schemeClr val="tx1"/>
              </a:solidFill>
              <a:latin typeface="Nunito" pitchFamily="2" charset="77"/>
            </a:rPr>
            <a:t>onumy</a:t>
          </a:r>
          <a:r>
            <a:rPr lang="en-US" sz="2000" b="0" i="0" kern="1200" dirty="0">
              <a:solidFill>
                <a:schemeClr val="tx1"/>
              </a:solidFill>
              <a:latin typeface="Nunito" pitchFamily="2" charset="77"/>
            </a:rPr>
            <a:t> ipsum dolor.</a:t>
          </a:r>
          <a:endParaRPr lang="en-US" sz="2000" kern="1200" dirty="0"/>
        </a:p>
      </dsp:txBody>
      <dsp:txXfrm>
        <a:off x="5401366" y="891580"/>
        <a:ext cx="2185675" cy="2185675"/>
      </dsp:txXfrm>
    </dsp:sp>
    <dsp:sp modelId="{A77B5C6C-9368-0A4C-A629-48EBBFB358A4}">
      <dsp:nvSpPr>
        <dsp:cNvPr id="0" name=""/>
        <dsp:cNvSpPr/>
      </dsp:nvSpPr>
      <dsp:spPr>
        <a:xfrm>
          <a:off x="2475889" y="438912"/>
          <a:ext cx="3091011" cy="3091011"/>
        </a:xfrm>
        <a:prstGeom prst="ellipse">
          <a:avLst/>
        </a:prstGeom>
        <a:solidFill>
          <a:schemeClr val="accent2">
            <a:shade val="80000"/>
            <a:alpha val="50000"/>
            <a:hueOff val="-9"/>
            <a:satOff val="12811"/>
            <a:lumOff val="4098"/>
            <a:alphaOff val="-20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82880" tIns="0" rIns="18288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 err="1">
              <a:solidFill>
                <a:schemeClr val="tx1"/>
              </a:solidFill>
              <a:latin typeface="Nunito" pitchFamily="2" charset="77"/>
            </a:rPr>
            <a:t>Dsit</a:t>
          </a:r>
          <a:r>
            <a:rPr lang="en-US" sz="2000" b="0" i="0" kern="1200" dirty="0">
              <a:solidFill>
                <a:schemeClr val="tx1"/>
              </a:solidFill>
              <a:latin typeface="Nunito" pitchFamily="2" charset="77"/>
            </a:rPr>
            <a:t> </a:t>
          </a:r>
          <a:r>
            <a:rPr lang="en-US" sz="2000" b="0" i="0" kern="1200" dirty="0" err="1">
              <a:solidFill>
                <a:schemeClr val="tx1"/>
              </a:solidFill>
              <a:latin typeface="Nunito" pitchFamily="2" charset="77"/>
            </a:rPr>
            <a:t>amet</a:t>
          </a:r>
          <a:r>
            <a:rPr lang="en-US" sz="2000" b="0" i="0" kern="1200" dirty="0">
              <a:solidFill>
                <a:schemeClr val="tx1"/>
              </a:solidFill>
              <a:latin typeface="Nunito" pitchFamily="2" charset="77"/>
            </a:rPr>
            <a:t>, </a:t>
          </a:r>
          <a:r>
            <a:rPr lang="en-US" sz="2000" b="0" i="0" kern="1200" dirty="0" err="1">
              <a:solidFill>
                <a:schemeClr val="tx1"/>
              </a:solidFill>
              <a:latin typeface="Nunito" pitchFamily="2" charset="77"/>
            </a:rPr>
            <a:t>amet</a:t>
          </a:r>
          <a:r>
            <a:rPr lang="en-US" sz="2000" b="0" i="0" kern="1200" dirty="0">
              <a:solidFill>
                <a:schemeClr val="tx1"/>
              </a:solidFill>
              <a:latin typeface="Nunito" pitchFamily="2" charset="77"/>
            </a:rPr>
            <a:t> </a:t>
          </a:r>
          <a:r>
            <a:rPr lang="en-US" sz="2000" b="0" i="0" kern="1200" dirty="0" err="1">
              <a:solidFill>
                <a:schemeClr val="tx1"/>
              </a:solidFill>
              <a:latin typeface="Nunito" pitchFamily="2" charset="77"/>
            </a:rPr>
            <a:t>amet</a:t>
          </a:r>
          <a:r>
            <a:rPr lang="en-US" sz="2000" b="0" i="0" kern="1200" dirty="0">
              <a:solidFill>
                <a:schemeClr val="tx1"/>
              </a:solidFill>
              <a:latin typeface="Nunito" pitchFamily="2" charset="77"/>
            </a:rPr>
            <a:t> </a:t>
          </a:r>
          <a:r>
            <a:rPr lang="en-US" sz="2000" b="0" i="0" kern="1200" dirty="0" err="1">
              <a:solidFill>
                <a:schemeClr val="tx1"/>
              </a:solidFill>
              <a:latin typeface="Nunito" pitchFamily="2" charset="77"/>
            </a:rPr>
            <a:t>amet</a:t>
          </a:r>
          <a:r>
            <a:rPr lang="en-US" sz="2000" b="0" i="0" kern="1200" dirty="0">
              <a:solidFill>
                <a:schemeClr val="tx1"/>
              </a:solidFill>
              <a:latin typeface="Nunito" pitchFamily="2" charset="77"/>
            </a:rPr>
            <a:t> </a:t>
          </a:r>
          <a:r>
            <a:rPr lang="en-US" sz="2000" b="0" i="0" kern="1200" dirty="0" err="1">
              <a:solidFill>
                <a:schemeClr val="tx1"/>
              </a:solidFill>
              <a:latin typeface="Nunito" pitchFamily="2" charset="77"/>
            </a:rPr>
            <a:t>amet</a:t>
          </a:r>
          <a:r>
            <a:rPr lang="en-US" sz="2000" b="0" i="0" kern="1200" dirty="0">
              <a:solidFill>
                <a:schemeClr val="tx1"/>
              </a:solidFill>
              <a:latin typeface="Nunito" pitchFamily="2" charset="77"/>
            </a:rPr>
            <a:t> </a:t>
          </a:r>
          <a:r>
            <a:rPr lang="en-US" sz="2000" b="0" i="0" kern="1200" dirty="0" err="1">
              <a:solidFill>
                <a:schemeClr val="tx1"/>
              </a:solidFill>
              <a:latin typeface="Nunito" pitchFamily="2" charset="77"/>
            </a:rPr>
            <a:t>consetet</a:t>
          </a:r>
          <a:r>
            <a:rPr lang="en-US" sz="2000" b="0" i="0" kern="1200" dirty="0">
              <a:solidFill>
                <a:schemeClr val="tx1"/>
              </a:solidFill>
              <a:latin typeface="Nunito" pitchFamily="2" charset="77"/>
            </a:rPr>
            <a:t> dips </a:t>
          </a:r>
          <a:r>
            <a:rPr lang="en-US" sz="2000" b="0" i="0" kern="1200" dirty="0" err="1">
              <a:solidFill>
                <a:schemeClr val="tx1"/>
              </a:solidFill>
              <a:latin typeface="Nunito" pitchFamily="2" charset="77"/>
            </a:rPr>
            <a:t>cing</a:t>
          </a:r>
          <a:r>
            <a:rPr lang="en-US" sz="2000" b="0" i="0" kern="1200" dirty="0">
              <a:solidFill>
                <a:schemeClr val="tx1"/>
              </a:solidFill>
              <a:latin typeface="Nunito" pitchFamily="2" charset="77"/>
            </a:rPr>
            <a:t> </a:t>
          </a:r>
          <a:r>
            <a:rPr lang="en-US" sz="2000" b="0" i="0" kern="1200" dirty="0" err="1">
              <a:solidFill>
                <a:schemeClr val="tx1"/>
              </a:solidFill>
              <a:latin typeface="Nunito" pitchFamily="2" charset="77"/>
            </a:rPr>
            <a:t>elitr</a:t>
          </a:r>
          <a:r>
            <a:rPr lang="en-US" sz="2000" b="0" i="0" kern="1200" dirty="0">
              <a:solidFill>
                <a:schemeClr val="tx1"/>
              </a:solidFill>
              <a:latin typeface="Nunito" pitchFamily="2" charset="77"/>
            </a:rPr>
            <a:t>, sed diam </a:t>
          </a:r>
          <a:r>
            <a:rPr lang="en-US" sz="2000" b="0" i="0" kern="1200" dirty="0" err="1">
              <a:solidFill>
                <a:schemeClr val="tx1"/>
              </a:solidFill>
              <a:latin typeface="Nunito" pitchFamily="2" charset="77"/>
            </a:rPr>
            <a:t>onumy</a:t>
          </a:r>
          <a:r>
            <a:rPr lang="en-US" sz="2000" b="0" i="0" kern="1200" dirty="0">
              <a:solidFill>
                <a:schemeClr val="tx1"/>
              </a:solidFill>
              <a:latin typeface="Nunito" pitchFamily="2" charset="77"/>
            </a:rPr>
            <a:t> ipsum dolor.</a:t>
          </a:r>
          <a:endParaRPr lang="en-US" sz="2000" kern="1200" dirty="0"/>
        </a:p>
      </dsp:txBody>
      <dsp:txXfrm>
        <a:off x="2928557" y="891580"/>
        <a:ext cx="2185675" cy="2185675"/>
      </dsp:txXfrm>
    </dsp:sp>
    <dsp:sp modelId="{4A171480-9209-9840-AAE6-FC65949E274C}">
      <dsp:nvSpPr>
        <dsp:cNvPr id="0" name=""/>
        <dsp:cNvSpPr/>
      </dsp:nvSpPr>
      <dsp:spPr>
        <a:xfrm>
          <a:off x="0" y="465464"/>
          <a:ext cx="3091011" cy="3091011"/>
        </a:xfrm>
        <a:prstGeom prst="ellipse">
          <a:avLst/>
        </a:prstGeom>
        <a:solidFill>
          <a:schemeClr val="accent2">
            <a:shade val="80000"/>
            <a:alpha val="50000"/>
            <a:hueOff val="-13"/>
            <a:satOff val="19216"/>
            <a:lumOff val="6147"/>
            <a:alphaOff val="-30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25400" rIns="170109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 err="1">
              <a:solidFill>
                <a:schemeClr val="tx1"/>
              </a:solidFill>
              <a:latin typeface="Nunito" pitchFamily="2" charset="77"/>
            </a:rPr>
            <a:t>Dsit</a:t>
          </a:r>
          <a:r>
            <a:rPr lang="en-US" sz="2000" b="0" i="0" kern="1200" dirty="0">
              <a:solidFill>
                <a:schemeClr val="tx1"/>
              </a:solidFill>
              <a:latin typeface="Nunito" pitchFamily="2" charset="77"/>
            </a:rPr>
            <a:t> </a:t>
          </a:r>
          <a:r>
            <a:rPr lang="en-US" sz="2000" b="0" i="0" kern="1200" dirty="0" err="1">
              <a:solidFill>
                <a:schemeClr val="tx1"/>
              </a:solidFill>
              <a:latin typeface="Nunito" pitchFamily="2" charset="77"/>
            </a:rPr>
            <a:t>ametamet</a:t>
          </a:r>
          <a:r>
            <a:rPr lang="en-US" sz="2000" b="0" i="0" kern="1200" dirty="0">
              <a:solidFill>
                <a:schemeClr val="tx1"/>
              </a:solidFill>
              <a:latin typeface="Nunito" pitchFamily="2" charset="77"/>
            </a:rPr>
            <a:t> </a:t>
          </a:r>
          <a:r>
            <a:rPr lang="en-US" sz="2000" b="0" i="0" kern="1200" dirty="0" err="1">
              <a:solidFill>
                <a:schemeClr val="tx1"/>
              </a:solidFill>
              <a:latin typeface="Nunito" pitchFamily="2" charset="77"/>
            </a:rPr>
            <a:t>amet</a:t>
          </a:r>
          <a:r>
            <a:rPr lang="en-US" sz="2000" b="0" i="0" kern="1200" dirty="0">
              <a:solidFill>
                <a:schemeClr val="tx1"/>
              </a:solidFill>
              <a:latin typeface="Nunito" pitchFamily="2" charset="77"/>
            </a:rPr>
            <a:t> </a:t>
          </a:r>
          <a:r>
            <a:rPr lang="en-US" sz="2000" b="0" i="0" kern="1200" dirty="0" err="1">
              <a:solidFill>
                <a:schemeClr val="tx1"/>
              </a:solidFill>
              <a:latin typeface="Nunito" pitchFamily="2" charset="77"/>
            </a:rPr>
            <a:t>amet</a:t>
          </a:r>
          <a:r>
            <a:rPr lang="en-US" sz="2000" b="0" i="0" kern="1200" dirty="0">
              <a:solidFill>
                <a:schemeClr val="tx1"/>
              </a:solidFill>
              <a:latin typeface="Nunito" pitchFamily="2" charset="77"/>
            </a:rPr>
            <a:t> </a:t>
          </a:r>
          <a:r>
            <a:rPr lang="en-US" sz="2000" b="0" i="0" kern="1200" dirty="0" err="1">
              <a:solidFill>
                <a:schemeClr val="tx1"/>
              </a:solidFill>
              <a:latin typeface="Nunito" pitchFamily="2" charset="77"/>
            </a:rPr>
            <a:t>amet</a:t>
          </a:r>
          <a:r>
            <a:rPr lang="en-US" sz="2000" b="0" i="0" kern="1200" dirty="0">
              <a:solidFill>
                <a:schemeClr val="tx1"/>
              </a:solidFill>
              <a:latin typeface="Nunito" pitchFamily="2" charset="77"/>
            </a:rPr>
            <a:t> </a:t>
          </a:r>
          <a:r>
            <a:rPr lang="en-US" sz="2000" b="0" i="0" kern="1200" dirty="0" err="1">
              <a:solidFill>
                <a:schemeClr val="tx1"/>
              </a:solidFill>
              <a:latin typeface="Nunito" pitchFamily="2" charset="77"/>
            </a:rPr>
            <a:t>consetetur</a:t>
          </a:r>
          <a:r>
            <a:rPr lang="en-US" sz="2000" b="0" i="0" kern="1200" dirty="0">
              <a:solidFill>
                <a:schemeClr val="tx1"/>
              </a:solidFill>
              <a:latin typeface="Nunito" pitchFamily="2" charset="77"/>
            </a:rPr>
            <a:t>  dips </a:t>
          </a:r>
          <a:r>
            <a:rPr lang="en-US" sz="2000" b="0" i="0" kern="1200" dirty="0" err="1">
              <a:solidFill>
                <a:schemeClr val="tx1"/>
              </a:solidFill>
              <a:latin typeface="Nunito" pitchFamily="2" charset="77"/>
            </a:rPr>
            <a:t>cing</a:t>
          </a:r>
          <a:r>
            <a:rPr lang="en-US" sz="2000" b="0" i="0" kern="1200" dirty="0">
              <a:solidFill>
                <a:schemeClr val="tx1"/>
              </a:solidFill>
              <a:latin typeface="Nunito" pitchFamily="2" charset="77"/>
            </a:rPr>
            <a:t> </a:t>
          </a:r>
          <a:r>
            <a:rPr lang="en-US" sz="2000" b="0" i="0" kern="1200" dirty="0" err="1">
              <a:solidFill>
                <a:schemeClr val="tx1"/>
              </a:solidFill>
              <a:latin typeface="Nunito" pitchFamily="2" charset="77"/>
            </a:rPr>
            <a:t>elitr</a:t>
          </a:r>
          <a:r>
            <a:rPr lang="en-US" sz="2000" b="0" i="0" kern="1200" dirty="0">
              <a:solidFill>
                <a:schemeClr val="tx1"/>
              </a:solidFill>
              <a:latin typeface="Nunito" pitchFamily="2" charset="77"/>
            </a:rPr>
            <a:t>, sed diam </a:t>
          </a:r>
          <a:r>
            <a:rPr lang="en-US" sz="2000" b="0" i="0" kern="1200" dirty="0" err="1">
              <a:solidFill>
                <a:schemeClr val="tx1"/>
              </a:solidFill>
              <a:latin typeface="Nunito" pitchFamily="2" charset="77"/>
            </a:rPr>
            <a:t>onumy</a:t>
          </a:r>
          <a:r>
            <a:rPr lang="en-US" sz="2000" b="0" i="0" kern="1200" dirty="0">
              <a:solidFill>
                <a:schemeClr val="tx1"/>
              </a:solidFill>
              <a:latin typeface="Nunito" pitchFamily="2" charset="77"/>
            </a:rPr>
            <a:t> ipsum dolor.</a:t>
          </a:r>
          <a:endParaRPr lang="en-US" sz="2000" kern="1200" dirty="0"/>
        </a:p>
      </dsp:txBody>
      <dsp:txXfrm>
        <a:off x="452668" y="918132"/>
        <a:ext cx="2185675" cy="21856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AC2937-CCC1-4D4D-8620-788A59F5701A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622B52-47B5-DB4C-9DAC-7131FBFB9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512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069A1-1C8C-284E-4FE0-17CDF75B46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918931"/>
            <a:ext cx="10515600" cy="2386584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0E6929-DA1B-3C6F-7FFC-785440A898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398606"/>
            <a:ext cx="10515600" cy="1655762"/>
          </a:xfr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B36BEBF-C12E-F10C-AD90-75D0244A20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428232"/>
            <a:ext cx="1655064" cy="227985"/>
          </a:xfrm>
          <a:prstGeom prst="rect">
            <a:avLst/>
          </a:prstGeom>
        </p:spPr>
      </p:pic>
      <p:grpSp>
        <p:nvGrpSpPr>
          <p:cNvPr id="62" name="Group 61">
            <a:extLst>
              <a:ext uri="{FF2B5EF4-FFF2-40B4-BE49-F238E27FC236}">
                <a16:creationId xmlns:a16="http://schemas.microsoft.com/office/drawing/2014/main" id="{6D1A217B-D1B4-4E89-CA3F-EBFF1C266D35}"/>
              </a:ext>
            </a:extLst>
          </p:cNvPr>
          <p:cNvGrpSpPr/>
          <p:nvPr userDrawn="1"/>
        </p:nvGrpSpPr>
        <p:grpSpPr>
          <a:xfrm>
            <a:off x="4625546" y="-882364"/>
            <a:ext cx="2940909" cy="1719072"/>
            <a:chOff x="4235937" y="5998464"/>
            <a:chExt cx="2940909" cy="1719072"/>
          </a:xfrm>
        </p:grpSpPr>
        <p:sp>
          <p:nvSpPr>
            <p:cNvPr id="63" name="Rounded Rectangle 62">
              <a:extLst>
                <a:ext uri="{FF2B5EF4-FFF2-40B4-BE49-F238E27FC236}">
                  <a16:creationId xmlns:a16="http://schemas.microsoft.com/office/drawing/2014/main" id="{9B567168-9523-F440-E8B1-67A4AAAB67AE}"/>
                </a:ext>
              </a:extLst>
            </p:cNvPr>
            <p:cNvSpPr/>
            <p:nvPr userDrawn="1"/>
          </p:nvSpPr>
          <p:spPr>
            <a:xfrm>
              <a:off x="4235937" y="5998464"/>
              <a:ext cx="877330" cy="1719072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Rounded Rectangle 63">
              <a:extLst>
                <a:ext uri="{FF2B5EF4-FFF2-40B4-BE49-F238E27FC236}">
                  <a16:creationId xmlns:a16="http://schemas.microsoft.com/office/drawing/2014/main" id="{A875E9F6-59F8-B757-A600-34DDC2A0D7B8}"/>
                </a:ext>
              </a:extLst>
            </p:cNvPr>
            <p:cNvSpPr/>
            <p:nvPr userDrawn="1"/>
          </p:nvSpPr>
          <p:spPr>
            <a:xfrm>
              <a:off x="5267726" y="5998464"/>
              <a:ext cx="877330" cy="1719072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ounded Rectangle 64">
              <a:extLst>
                <a:ext uri="{FF2B5EF4-FFF2-40B4-BE49-F238E27FC236}">
                  <a16:creationId xmlns:a16="http://schemas.microsoft.com/office/drawing/2014/main" id="{672E6500-5B0E-D3A0-291A-101C640620A6}"/>
                </a:ext>
              </a:extLst>
            </p:cNvPr>
            <p:cNvSpPr/>
            <p:nvPr userDrawn="1"/>
          </p:nvSpPr>
          <p:spPr>
            <a:xfrm>
              <a:off x="6299516" y="5998464"/>
              <a:ext cx="877330" cy="1719072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B0BFDEB9-2E42-5B56-7E96-D501DA9460AD}"/>
              </a:ext>
            </a:extLst>
          </p:cNvPr>
          <p:cNvSpPr/>
          <p:nvPr userDrawn="1"/>
        </p:nvSpPr>
        <p:spPr>
          <a:xfrm rot="5400000">
            <a:off x="-2286000" y="3200400"/>
            <a:ext cx="4572000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B4F4064-BDDE-E391-2D09-FDAA024B0A8D}"/>
              </a:ext>
            </a:extLst>
          </p:cNvPr>
          <p:cNvGrpSpPr/>
          <p:nvPr userDrawn="1"/>
        </p:nvGrpSpPr>
        <p:grpSpPr>
          <a:xfrm>
            <a:off x="10994898" y="5502548"/>
            <a:ext cx="1197102" cy="1512786"/>
            <a:chOff x="7556500" y="1881188"/>
            <a:chExt cx="1197102" cy="1512786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BFEB1923-F76F-9EB5-AF20-A590ECFAD6D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84D03FC0-3469-C890-A2CA-8CD5A8171D3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4D6A9F9C-C592-8E4A-6CE5-EB7586D81D8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4C38B54A-1445-E4E7-B55B-FB1488EED6E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018EA19B-A8EE-56A7-2316-A8344A031ED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6E2F9A92-2B40-4277-9517-A9744D30A43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3F26C09B-9F69-2327-E41A-F45D59ABA00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264C717A-3BFB-525C-B23E-B80698409F7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33EC0FEB-E234-81B8-84CE-CB57149D964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A1804D67-8D36-ABD8-8CFA-14770E504C4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FAF53893-EA6C-3BB4-B228-39696FB6853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F655B730-1B0F-1415-DD5D-D9A5FE943FE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99CE35DC-422E-9112-D456-08121DC0B10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922DF3FE-7B4C-7BBB-91BF-2F6FDB3E95B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9856C0C4-C37A-7DE5-763E-948E7E62D3E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10046908-9706-B86B-AC32-3ADA152E3E4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4D9ADAD8-6970-DFFD-FE16-6B73D9026BB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9632B66B-C43B-E97B-DAE6-DAAB1D896E1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37E6D25F-E9F6-2CBC-151C-3BF54656CEC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A1AEA86E-C3FD-7BCD-0EA4-796DBB1AB18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2A92CEB7-11EB-3517-1100-431FF9ABD66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ACFAF600-4490-C7E5-550D-7CBC71A6D55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16BD891B-7D6B-A634-306C-0C9B71CA195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FD19691D-FF99-6359-CCEE-0543F7A563B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2A126886-4277-C76B-6543-2AE86DAF0C8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97AFDFFF-BDFA-DED5-FD6C-A8F8FCC657A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2EB60E14-1032-4872-899B-29D623B09D3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F595A40B-5E44-E0C3-C403-4AEFE219B83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EA10D507-0F60-DE69-8457-476931358A7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715E4913-B08A-F280-48D8-C8A0102DDB1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44D9CC77-257E-8939-9127-5CF4FDD6302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6B83A371-8B3F-CD0E-30F6-D2E72C606AE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2C7256D6-71A4-22B0-A031-B4014958865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47916CC1-546B-28A3-961A-B22E3198D3C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1ED01F77-F654-6CC3-932E-57CFF34F16E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3F6194B5-F949-996F-4675-8EBA21FE126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8C8B0401-FA8F-3AD8-60DA-E39743FC60A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7EB0D0F0-8583-0E7A-156C-9853B1E81A8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6382FAD3-A747-E8F7-601E-62C80ECDD7A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4036AB47-DF93-5EE5-FB85-DD68A9FD10F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5C666421-7B44-2F36-19E6-DDB66CD80AF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74B4DD45-F52C-1B30-471F-059931FD0D2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CB2A7A95-C505-1219-19F7-419451635CB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AE77C2A7-CCBE-8793-003F-91D2C1067B7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A6315883-81D1-76EE-B61A-3B40384EE6A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C5747484-2567-47E8-1C53-31C75CF206F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656E16CB-D319-D224-8E47-B83275B529A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F6848B2B-A76D-3685-8E4F-E02E22AFD26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8757D63F-3A9A-463F-62C2-17B4B895A5E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614734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069A1-1C8C-284E-4FE0-17CDF75B46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105156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0E6929-DA1B-3C6F-7FFC-785440A898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602038"/>
            <a:ext cx="10515600" cy="1655762"/>
          </a:xfr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E99EE64-2D13-43D1-856F-9657717C83A7}"/>
              </a:ext>
            </a:extLst>
          </p:cNvPr>
          <p:cNvGrpSpPr/>
          <p:nvPr userDrawn="1"/>
        </p:nvGrpSpPr>
        <p:grpSpPr>
          <a:xfrm>
            <a:off x="4625546" y="5998464"/>
            <a:ext cx="2940909" cy="1719072"/>
            <a:chOff x="4235937" y="5998464"/>
            <a:chExt cx="2940909" cy="1719072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DCF6813F-D4DC-CBC2-0FB2-575DA77A992C}"/>
                </a:ext>
              </a:extLst>
            </p:cNvPr>
            <p:cNvSpPr/>
            <p:nvPr userDrawn="1"/>
          </p:nvSpPr>
          <p:spPr>
            <a:xfrm>
              <a:off x="4235937" y="5998464"/>
              <a:ext cx="877330" cy="1719072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2FBE6C73-56DC-3C6A-6C2C-C65F6DAF9DE8}"/>
                </a:ext>
              </a:extLst>
            </p:cNvPr>
            <p:cNvSpPr/>
            <p:nvPr userDrawn="1"/>
          </p:nvSpPr>
          <p:spPr>
            <a:xfrm>
              <a:off x="5267726" y="5998464"/>
              <a:ext cx="877330" cy="1719072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AFC5520B-D636-C56F-9343-23DC86AA3F4A}"/>
                </a:ext>
              </a:extLst>
            </p:cNvPr>
            <p:cNvSpPr/>
            <p:nvPr userDrawn="1"/>
          </p:nvSpPr>
          <p:spPr>
            <a:xfrm>
              <a:off x="6299516" y="5998464"/>
              <a:ext cx="877330" cy="1719072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EB36BEBF-C12E-F10C-AD90-75D0244A20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428232"/>
            <a:ext cx="1655064" cy="227985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5DDBFF71-B0DB-B042-D019-CFEF9ACF96E5}"/>
              </a:ext>
            </a:extLst>
          </p:cNvPr>
          <p:cNvGrpSpPr/>
          <p:nvPr userDrawn="1"/>
        </p:nvGrpSpPr>
        <p:grpSpPr>
          <a:xfrm>
            <a:off x="10994898" y="11957"/>
            <a:ext cx="1197102" cy="1512786"/>
            <a:chOff x="7556500" y="1881188"/>
            <a:chExt cx="1197102" cy="1512786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7B114F9-C145-DD10-6243-B12446D9269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3C5B7CB-9416-31E3-74C6-E6FA0FDFB1F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0B7BA2B-1CF8-E3CA-663E-82687723FD8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CA12A5C-DE90-89D4-917C-E42583A2CB7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AB9C437-4A45-8454-5CFE-8AE6D6257CC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A0BD2E6-25E9-24C6-4CF8-80A49FCD68A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A70DA8A-B723-36C7-E614-AC1FE878B5F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9A2E84D-B8A9-C05F-67E3-AE7BC482CA1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419A221-2D4E-3D01-B5ED-CF4D184D9DF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27CC32E-DC07-DBDD-D39F-661028C259C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80C69B3-EE54-D2C0-9DB7-41E03151B50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A217273B-5331-A9BB-F48F-681FE59BB41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A9B35C2-5F9D-316C-7846-8F8594615E8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4BE97BAF-ED9C-4F7A-B809-3E1BB1857CB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26C6D86-B4CE-8E41-9ABE-CBB0C0F5380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D5D5EAA0-292E-616B-3D7B-2FA920DCDFC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62BC637-CEA3-57CF-687C-CC6FBD719CA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7C47768-68DB-97CD-75B6-FA0C0B6743C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BCBE5540-290E-F7FE-A1D5-9E110694C7E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26D65713-A062-CDE9-5524-FEF80E2C44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755B63E1-C2DF-6832-7C0B-B307E46B8BD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1B5BA711-56BD-B6FF-7438-CEC88A89737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8458E4B9-31C1-E880-FFF9-D9D42972DF3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015DD9D-876D-637F-30F6-2D3E50C6296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6EB418C1-A685-DF1F-37CA-E0A061FFCE2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E181F5D1-A449-5605-5DF3-739515A43FD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7B73E86B-1031-3303-BB23-25E627F3370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CB1918DA-DA9B-C4A7-3E3F-835862C1837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9734A763-C175-0EF2-A6F2-34350E19CDB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9D617505-DE30-C156-DE2F-6F49EAAC4E6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CC4E4D7-F852-33C2-12FA-5C092D177B3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4E6B22B2-3751-491C-3A2D-7E4CB25EF9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91D03B3E-9362-4EDE-E655-DFBE7E8120E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5FF7151E-712D-3FFE-F600-D397752F417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42E66C91-1789-798F-7E83-82499BD4E17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5C4F536-5DED-47EF-E819-0CB5197B774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E946BAF3-E635-87F5-25C8-7F851B63E91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F0E56F70-4B6F-0A40-16DA-CDFE1D3B146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DB4FFEE8-B16A-76AE-4314-1A50CE5C2B7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D2ACF588-0CCF-D377-374C-110F3F34154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4013ED67-9557-2E01-6F21-DA70E67A575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8262EAD2-6CD3-0E78-411C-FF35FA4E68D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4E4F7486-67B3-738B-46D1-0BDF81F5D52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9A360F01-5C4F-9114-A5CE-CD91D5A78BA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1B8EA72D-AEC4-57E3-6D1E-A7679DB8C46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90CB5ED1-3662-6469-303C-A709C385742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33AB918D-62B9-92AB-AC9A-279628B6226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647F3991-E636-334F-A071-362723EF1BF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E55A214C-32F5-39D0-7E82-011F5696B34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07858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mparison">
    <p:bg>
      <p:bgPr>
        <a:gradFill>
          <a:gsLst>
            <a:gs pos="0">
              <a:schemeClr val="bg1"/>
            </a:gs>
            <a:gs pos="100000">
              <a:schemeClr val="accent2">
                <a:lumMod val="20000"/>
                <a:lumOff val="8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8AE252-1BF3-96D7-FC15-7F26863D1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7938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95B57B-F037-AD20-DB04-A03CF85A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3D8C84F-8C17-7483-1AF4-4843F1A7E61E}"/>
              </a:ext>
            </a:extLst>
          </p:cNvPr>
          <p:cNvSpPr/>
          <p:nvPr userDrawn="1"/>
        </p:nvSpPr>
        <p:spPr>
          <a:xfrm flipV="1">
            <a:off x="914400" y="671565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E0E2B96-4346-5459-6E49-205997FEBDD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2960" y="914400"/>
            <a:ext cx="10515600" cy="646331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C37104C-5E74-3EE2-49E7-E2FA7D5A88D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22957" y="457200"/>
            <a:ext cx="10515600" cy="2539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050" b="0" i="0" kern="1200" dirty="0" smtClean="0">
                <a:solidFill>
                  <a:schemeClr val="tx1"/>
                </a:solidFill>
                <a:latin typeface="Nunito" pitchFamily="2" charset="77"/>
                <a:ea typeface="+mn-ea"/>
                <a:cs typeface="+mn-cs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Chapter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DE30F8-FE41-D9C9-B474-BB62272D14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424920"/>
            <a:ext cx="1655064" cy="227985"/>
          </a:xfrm>
          <a:prstGeom prst="rect">
            <a:avLst/>
          </a:prstGeom>
        </p:spPr>
      </p:pic>
      <p:grpSp>
        <p:nvGrpSpPr>
          <p:cNvPr id="63" name="Group 62">
            <a:extLst>
              <a:ext uri="{FF2B5EF4-FFF2-40B4-BE49-F238E27FC236}">
                <a16:creationId xmlns:a16="http://schemas.microsoft.com/office/drawing/2014/main" id="{F40DAD7D-B6FB-D016-8754-899B8B43E6A9}"/>
              </a:ext>
            </a:extLst>
          </p:cNvPr>
          <p:cNvGrpSpPr/>
          <p:nvPr userDrawn="1"/>
        </p:nvGrpSpPr>
        <p:grpSpPr>
          <a:xfrm>
            <a:off x="10994898" y="0"/>
            <a:ext cx="1197102" cy="1512786"/>
            <a:chOff x="7556500" y="1881188"/>
            <a:chExt cx="1197102" cy="1512786"/>
          </a:xfrm>
          <a:solidFill>
            <a:schemeClr val="accent2"/>
          </a:solidFill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968A4D51-1AB7-6DFD-D383-AC33F381C92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E3179671-E6BB-F457-40BB-0FBF119C9F8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7B02A36D-3F42-36DB-D4E9-25E75138723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C1A1DBFE-0E4D-1D0C-163C-46DD5F7510C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FF906362-1008-9883-854E-1C944792D6A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9C26D3F6-4E17-4F5B-73ED-53D913163AE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F62856F2-D7FB-76C6-1A05-3B6D8068184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52945B14-F9DC-74AA-9024-318010D89F7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AE34DDC5-3980-7780-B422-761F474E2BF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B5FC0977-787F-C3C9-1EE3-F26CE3D62F4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98C0D9E0-CA92-CF78-5898-5A1A21BC41C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983EA6B-6E6D-ED45-1AD0-F8B510B97F0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D8AC2E58-3256-7E80-5815-91EB0DCA1B6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E2005B5-5D34-6AEC-20FF-1191CF90F8D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D820FB76-B8F4-E34F-FB23-303BAAC3B70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80662898-902D-4FA6-AEAB-77B9D69D85C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9502D337-1AD9-9A0A-5760-63F31ED0211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5B65E1A4-8043-1589-3543-A251A7FADE3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7B4A8E30-71C4-7350-BB07-C9C82C624CD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CC434A90-C1C1-8A6C-3374-5CACAEB04AA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06C92F55-F73A-C387-E1D7-33B72727399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0599F316-F50A-35DC-369D-89791DC80EE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2477E5B4-5062-D373-59D8-B6CE3D1ABD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6150E39B-300F-4264-6ED3-FB47F6CDD26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398D913A-4514-AC6D-EF81-C0D2276CB3B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C243A70D-C7A5-09B4-AAB8-F408886485B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FD8D0D40-1676-C633-C77C-D246367DEB6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38BDEF1D-9DDA-BE4E-540A-2F022D8802F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33FC0E3C-8A7D-FDEF-CFFE-F381BFC7991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587D0D9E-24D2-D957-972F-D2FC62C3E35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3CB2A444-F778-F134-7D41-F189214A878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9A199A79-EF90-75EA-77C7-14BBA379BE3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FE068DFB-41B8-A5D9-3A57-51A8ED5F094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584FE1D0-2BD7-58CD-5D6E-DA9890CBF50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4EC67822-E9D9-3301-8391-62A823995B2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CE8CF80C-2672-3010-DDC0-52879F03312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2D059EFF-47F1-19E8-2EB9-73A3CB44120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3322FB5F-2CE7-F4DA-EB92-BE913A3A0AD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CF02121E-8602-1FCB-0126-A683EDE81E8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316C24AC-79B0-14D1-B960-753BA519468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62131C17-1192-EA77-AAFF-2D680813298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F766DF13-3150-DF26-9F09-9583EDF5196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EEB5B735-5AA6-C4C8-A410-B6A7D715AEC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09002DDA-7B40-D3CD-BDA4-3F871E9943A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7AB15E8A-3248-2761-FC1E-9A2D3BC2F46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97952515-E1DE-FDFA-B338-BB1817110D6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7FF9DED-A02F-4F0B-F470-4F2F2ABA359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C5B0DDB7-CC3B-50C6-8729-6D2F54A9A95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773DD317-5966-D05D-037B-205BCD5BB4C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B28D2963-E271-6A1F-6FBD-797997E7DAF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822959" y="2011680"/>
            <a:ext cx="457200" cy="338554"/>
          </a:xfrm>
        </p:spPr>
        <p:txBody>
          <a:bodyPr wrap="square" anchor="b">
            <a:sp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1132E2FB-E46C-B363-702E-F5F41674C806}"/>
              </a:ext>
            </a:extLst>
          </p:cNvPr>
          <p:cNvSpPr>
            <a:spLocks noGrp="1"/>
          </p:cNvSpPr>
          <p:nvPr>
            <p:ph sz="half" idx="26"/>
          </p:nvPr>
        </p:nvSpPr>
        <p:spPr>
          <a:xfrm>
            <a:off x="1280160" y="2435849"/>
            <a:ext cx="2743200" cy="640080"/>
          </a:xfrm>
        </p:spPr>
        <p:txBody>
          <a:bodyPr>
            <a:noAutofit/>
          </a:bodyPr>
          <a:lstStyle>
            <a:lvl1pPr marL="0" indent="0">
              <a:buClr>
                <a:schemeClr val="accent2"/>
              </a:buClr>
              <a:buFont typeface="System Font Regular"/>
              <a:buNone/>
              <a:defRPr sz="14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F88340B-5009-ACE5-A558-E6B395B3B30F}"/>
              </a:ext>
            </a:extLst>
          </p:cNvPr>
          <p:cNvSpPr/>
          <p:nvPr userDrawn="1"/>
        </p:nvSpPr>
        <p:spPr>
          <a:xfrm flipV="1">
            <a:off x="1371600" y="2322802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0703EAFF-E183-42B8-432B-FC12D7179D3E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280161" y="2011680"/>
            <a:ext cx="2743199" cy="338554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Font typeface="+mj-lt"/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5616D9FE-9939-1436-6CFE-A7633E2DBFE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4480555" y="2011680"/>
            <a:ext cx="457200" cy="338554"/>
          </a:xfrm>
        </p:spPr>
        <p:txBody>
          <a:bodyPr wrap="square" anchor="b">
            <a:sp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3" name="Content Placeholder 3">
            <a:extLst>
              <a:ext uri="{FF2B5EF4-FFF2-40B4-BE49-F238E27FC236}">
                <a16:creationId xmlns:a16="http://schemas.microsoft.com/office/drawing/2014/main" id="{1C22F99C-D4CE-5BD0-883B-E175649400EA}"/>
              </a:ext>
            </a:extLst>
          </p:cNvPr>
          <p:cNvSpPr>
            <a:spLocks noGrp="1"/>
          </p:cNvSpPr>
          <p:nvPr>
            <p:ph sz="half" idx="29"/>
          </p:nvPr>
        </p:nvSpPr>
        <p:spPr>
          <a:xfrm>
            <a:off x="4937756" y="2435849"/>
            <a:ext cx="2743200" cy="640080"/>
          </a:xfrm>
        </p:spPr>
        <p:txBody>
          <a:bodyPr>
            <a:noAutofit/>
          </a:bodyPr>
          <a:lstStyle>
            <a:lvl1pPr marL="0" indent="0">
              <a:buClr>
                <a:schemeClr val="accent2"/>
              </a:buClr>
              <a:buFont typeface="System Font Regular"/>
              <a:buNone/>
              <a:defRPr sz="14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3662B3E9-5F86-CB30-D59A-1D02E3A8A348}"/>
              </a:ext>
            </a:extLst>
          </p:cNvPr>
          <p:cNvSpPr/>
          <p:nvPr userDrawn="1"/>
        </p:nvSpPr>
        <p:spPr>
          <a:xfrm flipV="1">
            <a:off x="5029196" y="2322802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96F44FE5-3C7B-FA61-F617-ECA0BA37EAC8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4937757" y="2011680"/>
            <a:ext cx="2743199" cy="338554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Font typeface="+mj-lt"/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E9754CD-676F-F362-EC44-B36D02906D11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8138156" y="2011680"/>
            <a:ext cx="457200" cy="338554"/>
          </a:xfrm>
        </p:spPr>
        <p:txBody>
          <a:bodyPr wrap="square" anchor="b">
            <a:sp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7" name="Content Placeholder 3">
            <a:extLst>
              <a:ext uri="{FF2B5EF4-FFF2-40B4-BE49-F238E27FC236}">
                <a16:creationId xmlns:a16="http://schemas.microsoft.com/office/drawing/2014/main" id="{D4E08694-36D5-B0B0-FDA6-945E5B5CAF3D}"/>
              </a:ext>
            </a:extLst>
          </p:cNvPr>
          <p:cNvSpPr>
            <a:spLocks noGrp="1"/>
          </p:cNvSpPr>
          <p:nvPr>
            <p:ph sz="half" idx="32"/>
          </p:nvPr>
        </p:nvSpPr>
        <p:spPr>
          <a:xfrm>
            <a:off x="8595357" y="2435849"/>
            <a:ext cx="2743200" cy="640080"/>
          </a:xfrm>
        </p:spPr>
        <p:txBody>
          <a:bodyPr>
            <a:noAutofit/>
          </a:bodyPr>
          <a:lstStyle>
            <a:lvl1pPr marL="0" indent="0">
              <a:buClr>
                <a:schemeClr val="accent2"/>
              </a:buClr>
              <a:buFont typeface="System Font Regular"/>
              <a:buNone/>
              <a:defRPr sz="14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DDA6A99D-941B-B71C-75C2-DA05C66F1F21}"/>
              </a:ext>
            </a:extLst>
          </p:cNvPr>
          <p:cNvSpPr/>
          <p:nvPr userDrawn="1"/>
        </p:nvSpPr>
        <p:spPr>
          <a:xfrm flipV="1">
            <a:off x="8686797" y="2322802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AD459D04-386B-3E5D-EAA7-1FC9E321E2BD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8595358" y="2011680"/>
            <a:ext cx="2743199" cy="338554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Font typeface="+mj-lt"/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EA0DA6C9-736F-367E-0860-5D22A4697C3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822959" y="3453021"/>
            <a:ext cx="457200" cy="338554"/>
          </a:xfrm>
        </p:spPr>
        <p:txBody>
          <a:bodyPr wrap="square" anchor="b">
            <a:sp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44" name="Content Placeholder 3">
            <a:extLst>
              <a:ext uri="{FF2B5EF4-FFF2-40B4-BE49-F238E27FC236}">
                <a16:creationId xmlns:a16="http://schemas.microsoft.com/office/drawing/2014/main" id="{AD1656B0-3990-28B4-C0AD-FB2C16837871}"/>
              </a:ext>
            </a:extLst>
          </p:cNvPr>
          <p:cNvSpPr>
            <a:spLocks noGrp="1"/>
          </p:cNvSpPr>
          <p:nvPr>
            <p:ph sz="half" idx="35"/>
          </p:nvPr>
        </p:nvSpPr>
        <p:spPr>
          <a:xfrm>
            <a:off x="1280160" y="3877190"/>
            <a:ext cx="2743200" cy="640080"/>
          </a:xfrm>
        </p:spPr>
        <p:txBody>
          <a:bodyPr>
            <a:noAutofit/>
          </a:bodyPr>
          <a:lstStyle>
            <a:lvl1pPr marL="0" indent="0">
              <a:buClr>
                <a:schemeClr val="accent2"/>
              </a:buClr>
              <a:buFont typeface="System Font Regular"/>
              <a:buNone/>
              <a:defRPr sz="14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F3010051-5276-951B-8A2B-E962A4680DEC}"/>
              </a:ext>
            </a:extLst>
          </p:cNvPr>
          <p:cNvSpPr/>
          <p:nvPr userDrawn="1"/>
        </p:nvSpPr>
        <p:spPr>
          <a:xfrm flipV="1">
            <a:off x="1371600" y="3764143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20D3B0CB-058A-2DD5-D215-F4EA9CBE99C6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1280161" y="3453021"/>
            <a:ext cx="2743199" cy="338554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Font typeface="+mj-lt"/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326472C9-6042-C2BB-CB17-954D28C9E186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4480555" y="3453021"/>
            <a:ext cx="457200" cy="338554"/>
          </a:xfrm>
        </p:spPr>
        <p:txBody>
          <a:bodyPr wrap="square" anchor="b">
            <a:sp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48" name="Content Placeholder 3">
            <a:extLst>
              <a:ext uri="{FF2B5EF4-FFF2-40B4-BE49-F238E27FC236}">
                <a16:creationId xmlns:a16="http://schemas.microsoft.com/office/drawing/2014/main" id="{886641A3-3B65-C087-4D5E-52780677D0D8}"/>
              </a:ext>
            </a:extLst>
          </p:cNvPr>
          <p:cNvSpPr>
            <a:spLocks noGrp="1"/>
          </p:cNvSpPr>
          <p:nvPr>
            <p:ph sz="half" idx="38"/>
          </p:nvPr>
        </p:nvSpPr>
        <p:spPr>
          <a:xfrm>
            <a:off x="4937756" y="3877190"/>
            <a:ext cx="2743200" cy="640080"/>
          </a:xfrm>
        </p:spPr>
        <p:txBody>
          <a:bodyPr>
            <a:noAutofit/>
          </a:bodyPr>
          <a:lstStyle>
            <a:lvl1pPr marL="0" indent="0">
              <a:buClr>
                <a:schemeClr val="accent2"/>
              </a:buClr>
              <a:buFont typeface="System Font Regular"/>
              <a:buNone/>
              <a:defRPr sz="14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A72550BD-4689-565C-2A00-D5B70AF6A28E}"/>
              </a:ext>
            </a:extLst>
          </p:cNvPr>
          <p:cNvSpPr/>
          <p:nvPr userDrawn="1"/>
        </p:nvSpPr>
        <p:spPr>
          <a:xfrm flipV="1">
            <a:off x="5029196" y="3764143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4D1373B5-A580-75C2-2E27-FA1A0557A8B2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4937757" y="3453021"/>
            <a:ext cx="2743199" cy="338554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Font typeface="+mj-lt"/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A9C88672-27F7-973C-58BE-461F3B35BFD9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8138156" y="3453021"/>
            <a:ext cx="457200" cy="338554"/>
          </a:xfrm>
        </p:spPr>
        <p:txBody>
          <a:bodyPr wrap="square" anchor="b">
            <a:sp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52" name="Content Placeholder 3">
            <a:extLst>
              <a:ext uri="{FF2B5EF4-FFF2-40B4-BE49-F238E27FC236}">
                <a16:creationId xmlns:a16="http://schemas.microsoft.com/office/drawing/2014/main" id="{F6D8CD98-4670-4A92-3846-A7DC33C02954}"/>
              </a:ext>
            </a:extLst>
          </p:cNvPr>
          <p:cNvSpPr>
            <a:spLocks noGrp="1"/>
          </p:cNvSpPr>
          <p:nvPr>
            <p:ph sz="half" idx="41"/>
          </p:nvPr>
        </p:nvSpPr>
        <p:spPr>
          <a:xfrm>
            <a:off x="8595357" y="3877190"/>
            <a:ext cx="2743200" cy="640080"/>
          </a:xfrm>
        </p:spPr>
        <p:txBody>
          <a:bodyPr>
            <a:noAutofit/>
          </a:bodyPr>
          <a:lstStyle>
            <a:lvl1pPr marL="0" indent="0">
              <a:buClr>
                <a:schemeClr val="accent2"/>
              </a:buClr>
              <a:buFont typeface="System Font Regular"/>
              <a:buNone/>
              <a:defRPr sz="14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73961107-D9F8-E578-C8A9-D589B1F013B6}"/>
              </a:ext>
            </a:extLst>
          </p:cNvPr>
          <p:cNvSpPr/>
          <p:nvPr userDrawn="1"/>
        </p:nvSpPr>
        <p:spPr>
          <a:xfrm flipV="1">
            <a:off x="8686797" y="3764143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1BE90ED0-856A-7A3B-5436-507EEF6D56F2}"/>
              </a:ext>
            </a:extLst>
          </p:cNvPr>
          <p:cNvSpPr>
            <a:spLocks noGrp="1"/>
          </p:cNvSpPr>
          <p:nvPr>
            <p:ph type="body" idx="42" hasCustomPrompt="1"/>
          </p:nvPr>
        </p:nvSpPr>
        <p:spPr>
          <a:xfrm>
            <a:off x="8595358" y="3453021"/>
            <a:ext cx="2743199" cy="338554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Font typeface="+mj-lt"/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8BC5A604-1849-BA55-08E3-C95B0CBD809D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822959" y="4909722"/>
            <a:ext cx="457200" cy="338554"/>
          </a:xfrm>
        </p:spPr>
        <p:txBody>
          <a:bodyPr wrap="square" anchor="b">
            <a:sp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56" name="Content Placeholder 3">
            <a:extLst>
              <a:ext uri="{FF2B5EF4-FFF2-40B4-BE49-F238E27FC236}">
                <a16:creationId xmlns:a16="http://schemas.microsoft.com/office/drawing/2014/main" id="{06FA3431-E9A5-BAA0-F874-A1EBAD687328}"/>
              </a:ext>
            </a:extLst>
          </p:cNvPr>
          <p:cNvSpPr>
            <a:spLocks noGrp="1"/>
          </p:cNvSpPr>
          <p:nvPr>
            <p:ph sz="half" idx="44"/>
          </p:nvPr>
        </p:nvSpPr>
        <p:spPr>
          <a:xfrm>
            <a:off x="1280160" y="5333891"/>
            <a:ext cx="2743200" cy="640080"/>
          </a:xfrm>
        </p:spPr>
        <p:txBody>
          <a:bodyPr>
            <a:noAutofit/>
          </a:bodyPr>
          <a:lstStyle>
            <a:lvl1pPr marL="0" indent="0">
              <a:buClr>
                <a:schemeClr val="accent2"/>
              </a:buClr>
              <a:buFont typeface="System Font Regular"/>
              <a:buNone/>
              <a:defRPr sz="14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273419D1-0051-78D2-E30B-61619A37FEBC}"/>
              </a:ext>
            </a:extLst>
          </p:cNvPr>
          <p:cNvSpPr/>
          <p:nvPr userDrawn="1"/>
        </p:nvSpPr>
        <p:spPr>
          <a:xfrm flipV="1">
            <a:off x="1371600" y="5220844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2369E639-49AB-468A-2CD9-E094FABA8275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1280161" y="4909722"/>
            <a:ext cx="2743199" cy="338554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Font typeface="+mj-lt"/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E2C70FB7-5C47-692C-5561-06296BFEA138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4480555" y="4909722"/>
            <a:ext cx="457200" cy="338554"/>
          </a:xfrm>
        </p:spPr>
        <p:txBody>
          <a:bodyPr wrap="square" anchor="b">
            <a:sp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60" name="Content Placeholder 3">
            <a:extLst>
              <a:ext uri="{FF2B5EF4-FFF2-40B4-BE49-F238E27FC236}">
                <a16:creationId xmlns:a16="http://schemas.microsoft.com/office/drawing/2014/main" id="{158F5DBB-3BB5-9570-F7A3-74069442CAF4}"/>
              </a:ext>
            </a:extLst>
          </p:cNvPr>
          <p:cNvSpPr>
            <a:spLocks noGrp="1"/>
          </p:cNvSpPr>
          <p:nvPr>
            <p:ph sz="half" idx="47"/>
          </p:nvPr>
        </p:nvSpPr>
        <p:spPr>
          <a:xfrm>
            <a:off x="4937756" y="5333891"/>
            <a:ext cx="2743200" cy="640080"/>
          </a:xfrm>
        </p:spPr>
        <p:txBody>
          <a:bodyPr>
            <a:noAutofit/>
          </a:bodyPr>
          <a:lstStyle>
            <a:lvl1pPr marL="0" indent="0">
              <a:buClr>
                <a:schemeClr val="accent2"/>
              </a:buClr>
              <a:buFont typeface="System Font Regular"/>
              <a:buNone/>
              <a:defRPr sz="14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2608173B-5099-71ED-6E2E-6AA8942FA498}"/>
              </a:ext>
            </a:extLst>
          </p:cNvPr>
          <p:cNvSpPr/>
          <p:nvPr userDrawn="1"/>
        </p:nvSpPr>
        <p:spPr>
          <a:xfrm flipV="1">
            <a:off x="5029196" y="5220844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9C1E6D72-E940-B614-4613-60BC817CEB0C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4937757" y="4909722"/>
            <a:ext cx="2743199" cy="338554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Font typeface="+mj-lt"/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14" name="Text Placeholder 2">
            <a:extLst>
              <a:ext uri="{FF2B5EF4-FFF2-40B4-BE49-F238E27FC236}">
                <a16:creationId xmlns:a16="http://schemas.microsoft.com/office/drawing/2014/main" id="{48A26F0A-5093-3EEA-6B38-DBA07F93FC5E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8138156" y="4909722"/>
            <a:ext cx="457200" cy="338554"/>
          </a:xfrm>
        </p:spPr>
        <p:txBody>
          <a:bodyPr wrap="square" anchor="b">
            <a:sp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15" name="Content Placeholder 3">
            <a:extLst>
              <a:ext uri="{FF2B5EF4-FFF2-40B4-BE49-F238E27FC236}">
                <a16:creationId xmlns:a16="http://schemas.microsoft.com/office/drawing/2014/main" id="{07FA633E-9F34-EBFF-48CE-AFB446A0B7DB}"/>
              </a:ext>
            </a:extLst>
          </p:cNvPr>
          <p:cNvSpPr>
            <a:spLocks noGrp="1"/>
          </p:cNvSpPr>
          <p:nvPr>
            <p:ph sz="half" idx="50"/>
          </p:nvPr>
        </p:nvSpPr>
        <p:spPr>
          <a:xfrm>
            <a:off x="8595357" y="5333891"/>
            <a:ext cx="2743200" cy="640080"/>
          </a:xfrm>
        </p:spPr>
        <p:txBody>
          <a:bodyPr>
            <a:noAutofit/>
          </a:bodyPr>
          <a:lstStyle>
            <a:lvl1pPr marL="0" indent="0">
              <a:buClr>
                <a:schemeClr val="accent2"/>
              </a:buClr>
              <a:buFont typeface="System Font Regular"/>
              <a:buNone/>
              <a:defRPr sz="14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6" name="Rounded Rectangle 115">
            <a:extLst>
              <a:ext uri="{FF2B5EF4-FFF2-40B4-BE49-F238E27FC236}">
                <a16:creationId xmlns:a16="http://schemas.microsoft.com/office/drawing/2014/main" id="{42E97295-B173-F949-86DD-CBB87101D788}"/>
              </a:ext>
            </a:extLst>
          </p:cNvPr>
          <p:cNvSpPr/>
          <p:nvPr userDrawn="1"/>
        </p:nvSpPr>
        <p:spPr>
          <a:xfrm flipV="1">
            <a:off x="8686797" y="5220844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17" name="Text Placeholder 2">
            <a:extLst>
              <a:ext uri="{FF2B5EF4-FFF2-40B4-BE49-F238E27FC236}">
                <a16:creationId xmlns:a16="http://schemas.microsoft.com/office/drawing/2014/main" id="{C607A697-D8BA-9A07-5CCE-81BC70C8B8AC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8595358" y="4909722"/>
            <a:ext cx="2743199" cy="338554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Font typeface="+mj-lt"/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501513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ounded Rectangle 115">
            <a:extLst>
              <a:ext uri="{FF2B5EF4-FFF2-40B4-BE49-F238E27FC236}">
                <a16:creationId xmlns:a16="http://schemas.microsoft.com/office/drawing/2014/main" id="{973F383A-7AA5-F743-3E89-15E1F08872D9}"/>
              </a:ext>
            </a:extLst>
          </p:cNvPr>
          <p:cNvSpPr/>
          <p:nvPr userDrawn="1"/>
        </p:nvSpPr>
        <p:spPr>
          <a:xfrm>
            <a:off x="4572000" y="6309360"/>
            <a:ext cx="8229600" cy="1097280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D19E8BBD-2DB6-9B4C-D886-1A82F20A300F}"/>
              </a:ext>
            </a:extLst>
          </p:cNvPr>
          <p:cNvGrpSpPr/>
          <p:nvPr userDrawn="1"/>
        </p:nvGrpSpPr>
        <p:grpSpPr>
          <a:xfrm>
            <a:off x="10994898" y="11957"/>
            <a:ext cx="1197102" cy="1512786"/>
            <a:chOff x="7556500" y="1881188"/>
            <a:chExt cx="1197102" cy="1512786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CF5C14C5-FF79-56CD-2D4B-E86B58B2BF7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EAC28A2B-DC72-5518-C5DD-53310A95DB0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E381906C-8CFA-2CAC-23E0-D788A361D42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79C138B6-5B83-992D-9A87-86432E89ED9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EFFC7666-68C7-9D6F-D10C-23429F5F349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AA914449-E6F9-395C-2A05-0B7DD8D1935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A2200266-0841-D6C9-3137-2495A0DAB34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66211440-32A3-7BB6-342B-1CEE7CD425E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264637FC-2208-015F-0C6F-CD12AD7A5D9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527B346F-B6D4-E64E-171B-CB40E39CB2A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CB9D3A94-5C6B-8976-F512-C3ED98A2FAB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9751D4A5-4E69-F6AD-9D2D-E36171E8610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FA81CDA3-25E0-35E4-F9D4-6DB2B918761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29BE93DD-6653-DA0D-472B-D0735318021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2D85AF50-3709-3B0E-C205-3E0FFAA53D3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D527F467-1322-6667-C204-1B5D0F8F1AE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041357C9-9E27-2CA7-2723-2F2D82B4B8B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3EA2D667-78E1-D848-BA87-F3D373660F0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94259CE1-D591-51B2-14B8-A79E4307F3D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C80575B7-A246-CEF5-866F-0526DFEF6CD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261A6BD0-AD07-BFFB-C184-3D0A36C35F4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1095E214-D93E-6623-201D-43353693BAA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FD7800CB-8B15-44E9-CDE2-B2E3A674018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2B0A7852-D1FC-C100-FAAF-1FE0185D390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B0C47F91-089C-DC82-6E92-028DF218148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C3CC8703-D22B-4E2F-41CA-49444AEC7FD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A50C620E-66E9-5E22-6EF0-6621419EDE5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A7A34192-B4B8-EA12-D81E-6FB155E035A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044E5B39-F193-CF1B-3E9D-23F25D90973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FE86DE10-D048-A1B4-206A-B451EADE536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6C4409F0-CAA2-1B65-9347-023F3B74F54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DF93FE02-40F6-88FD-FB1F-5F38AA1D7EC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8EE61BE5-AD7B-5745-0561-8BD77C7BD76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D62996E0-0D79-511E-896A-DB3FA33F5AE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C88C832B-6DA7-AA99-332B-0FA1F8A8BEB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CF10E9DD-079F-5623-E596-29DEBEF1220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31AC878D-97DA-E81E-4F1A-751BC84D883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35F772E0-D898-DD2C-1898-CB439349B70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E8970949-EED0-0B2A-C213-33D2A42164B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37C8D23E-E47C-0116-5E2F-CF15E0CE346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2E68489F-C2BD-EF9B-7EA2-E63E0B1D2ED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A04CE9D9-ED4D-666C-C72F-753B847E54A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3A6853E7-5DE7-DC8B-15EC-F92BA44D6E1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5CD9988A-FAFE-5B25-7ADD-BCEB890007C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03C23759-048F-8D8C-0BFE-1A584B67C85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1867BFE5-593B-9B02-24FB-FC7A2EF8031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940820CC-0BF9-B283-8CFE-7D6C6653499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115DFB63-95F6-FAF7-3FC4-4F139586AED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A3CBDC98-877E-06D5-FD35-5077ADDB9B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68" name="Picture 167">
            <a:extLst>
              <a:ext uri="{FF2B5EF4-FFF2-40B4-BE49-F238E27FC236}">
                <a16:creationId xmlns:a16="http://schemas.microsoft.com/office/drawing/2014/main" id="{F7E7D503-31DF-94CD-0F6D-317CBBA313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2960" y="6424919"/>
            <a:ext cx="1655064" cy="227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1FA4C4-8072-7CC3-837B-7A3BF7713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94A17-EF36-DB02-7A0B-8ED343EC5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521CF-2C70-45D2-F145-5C2F499C6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7938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C6E70-B092-5A2B-2BA8-5B473DE08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62013DB-A9F0-9EB2-10C6-2A3F7D8439ED}"/>
              </a:ext>
            </a:extLst>
          </p:cNvPr>
          <p:cNvSpPr/>
          <p:nvPr userDrawn="1"/>
        </p:nvSpPr>
        <p:spPr>
          <a:xfrm rot="5400000">
            <a:off x="-2286000" y="3200400"/>
            <a:ext cx="4572000" cy="457200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969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ounded Rectangle 115">
            <a:extLst>
              <a:ext uri="{FF2B5EF4-FFF2-40B4-BE49-F238E27FC236}">
                <a16:creationId xmlns:a16="http://schemas.microsoft.com/office/drawing/2014/main" id="{973F383A-7AA5-F743-3E89-15E1F08872D9}"/>
              </a:ext>
            </a:extLst>
          </p:cNvPr>
          <p:cNvSpPr/>
          <p:nvPr userDrawn="1"/>
        </p:nvSpPr>
        <p:spPr>
          <a:xfrm>
            <a:off x="4572000" y="6309360"/>
            <a:ext cx="8229600" cy="1097280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D19E8BBD-2DB6-9B4C-D886-1A82F20A300F}"/>
              </a:ext>
            </a:extLst>
          </p:cNvPr>
          <p:cNvGrpSpPr/>
          <p:nvPr userDrawn="1"/>
        </p:nvGrpSpPr>
        <p:grpSpPr>
          <a:xfrm>
            <a:off x="10994898" y="11957"/>
            <a:ext cx="1197102" cy="1512786"/>
            <a:chOff x="7556500" y="1881188"/>
            <a:chExt cx="1197102" cy="1512786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CF5C14C5-FF79-56CD-2D4B-E86B58B2BF7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EAC28A2B-DC72-5518-C5DD-53310A95DB0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E381906C-8CFA-2CAC-23E0-D788A361D42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79C138B6-5B83-992D-9A87-86432E89ED9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EFFC7666-68C7-9D6F-D10C-23429F5F349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AA914449-E6F9-395C-2A05-0B7DD8D1935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A2200266-0841-D6C9-3137-2495A0DAB34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66211440-32A3-7BB6-342B-1CEE7CD425E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264637FC-2208-015F-0C6F-CD12AD7A5D9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527B346F-B6D4-E64E-171B-CB40E39CB2A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CB9D3A94-5C6B-8976-F512-C3ED98A2FAB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9751D4A5-4E69-F6AD-9D2D-E36171E8610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FA81CDA3-25E0-35E4-F9D4-6DB2B918761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29BE93DD-6653-DA0D-472B-D0735318021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2D85AF50-3709-3B0E-C205-3E0FFAA53D3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D527F467-1322-6667-C204-1B5D0F8F1AE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041357C9-9E27-2CA7-2723-2F2D82B4B8B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3EA2D667-78E1-D848-BA87-F3D373660F0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94259CE1-D591-51B2-14B8-A79E4307F3D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C80575B7-A246-CEF5-866F-0526DFEF6CD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261A6BD0-AD07-BFFB-C184-3D0A36C35F4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1095E214-D93E-6623-201D-43353693BAA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FD7800CB-8B15-44E9-CDE2-B2E3A674018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2B0A7852-D1FC-C100-FAAF-1FE0185D390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B0C47F91-089C-DC82-6E92-028DF218148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C3CC8703-D22B-4E2F-41CA-49444AEC7FD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A50C620E-66E9-5E22-6EF0-6621419EDE5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A7A34192-B4B8-EA12-D81E-6FB155E035A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044E5B39-F193-CF1B-3E9D-23F25D90973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FE86DE10-D048-A1B4-206A-B451EADE536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6C4409F0-CAA2-1B65-9347-023F3B74F54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DF93FE02-40F6-88FD-FB1F-5F38AA1D7EC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8EE61BE5-AD7B-5745-0561-8BD77C7BD76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D62996E0-0D79-511E-896A-DB3FA33F5AE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C88C832B-6DA7-AA99-332B-0FA1F8A8BEB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CF10E9DD-079F-5623-E596-29DEBEF1220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31AC878D-97DA-E81E-4F1A-751BC84D883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35F772E0-D898-DD2C-1898-CB439349B70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E8970949-EED0-0B2A-C213-33D2A42164B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37C8D23E-E47C-0116-5E2F-CF15E0CE346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2E68489F-C2BD-EF9B-7EA2-E63E0B1D2ED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A04CE9D9-ED4D-666C-C72F-753B847E54A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3A6853E7-5DE7-DC8B-15EC-F92BA44D6E1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5CD9988A-FAFE-5B25-7ADD-BCEB890007C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03C23759-048F-8D8C-0BFE-1A584B67C85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1867BFE5-593B-9B02-24FB-FC7A2EF8031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940820CC-0BF9-B283-8CFE-7D6C6653499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115DFB63-95F6-FAF7-3FC4-4F139586AED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A3CBDC98-877E-06D5-FD35-5077ADDB9B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68" name="Picture 167">
            <a:extLst>
              <a:ext uri="{FF2B5EF4-FFF2-40B4-BE49-F238E27FC236}">
                <a16:creationId xmlns:a16="http://schemas.microsoft.com/office/drawing/2014/main" id="{F7E7D503-31DF-94CD-0F6D-317CBBA313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2960" y="6424919"/>
            <a:ext cx="1655064" cy="227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1FA4C4-8072-7CC3-837B-7A3BF7713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94A17-EF36-DB02-7A0B-8ED343EC5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521CF-2C70-45D2-F145-5C2F499C6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7938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C6E70-B092-5A2B-2BA8-5B473DE08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2EB644D-6C40-9577-0573-0462AC4A7B2C}"/>
              </a:ext>
            </a:extLst>
          </p:cNvPr>
          <p:cNvSpPr/>
          <p:nvPr userDrawn="1"/>
        </p:nvSpPr>
        <p:spPr>
          <a:xfrm rot="5400000">
            <a:off x="-2286000" y="3200400"/>
            <a:ext cx="4572000" cy="457200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33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ection Hea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ounded Rectangle 115">
            <a:extLst>
              <a:ext uri="{FF2B5EF4-FFF2-40B4-BE49-F238E27FC236}">
                <a16:creationId xmlns:a16="http://schemas.microsoft.com/office/drawing/2014/main" id="{973F383A-7AA5-F743-3E89-15E1F08872D9}"/>
              </a:ext>
            </a:extLst>
          </p:cNvPr>
          <p:cNvSpPr/>
          <p:nvPr userDrawn="1"/>
        </p:nvSpPr>
        <p:spPr>
          <a:xfrm>
            <a:off x="4572000" y="6309360"/>
            <a:ext cx="8229600" cy="1097280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D19E8BBD-2DB6-9B4C-D886-1A82F20A300F}"/>
              </a:ext>
            </a:extLst>
          </p:cNvPr>
          <p:cNvGrpSpPr/>
          <p:nvPr userDrawn="1"/>
        </p:nvGrpSpPr>
        <p:grpSpPr>
          <a:xfrm>
            <a:off x="10994898" y="11957"/>
            <a:ext cx="1197102" cy="1512786"/>
            <a:chOff x="7556500" y="1881188"/>
            <a:chExt cx="1197102" cy="1512786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CF5C14C5-FF79-56CD-2D4B-E86B58B2BF7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EAC28A2B-DC72-5518-C5DD-53310A95DB0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E381906C-8CFA-2CAC-23E0-D788A361D42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79C138B6-5B83-992D-9A87-86432E89ED9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EFFC7666-68C7-9D6F-D10C-23429F5F349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AA914449-E6F9-395C-2A05-0B7DD8D1935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A2200266-0841-D6C9-3137-2495A0DAB34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66211440-32A3-7BB6-342B-1CEE7CD425E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264637FC-2208-015F-0C6F-CD12AD7A5D9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527B346F-B6D4-E64E-171B-CB40E39CB2A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CB9D3A94-5C6B-8976-F512-C3ED98A2FAB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9751D4A5-4E69-F6AD-9D2D-E36171E8610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FA81CDA3-25E0-35E4-F9D4-6DB2B918761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29BE93DD-6653-DA0D-472B-D0735318021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2D85AF50-3709-3B0E-C205-3E0FFAA53D3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D527F467-1322-6667-C204-1B5D0F8F1AE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041357C9-9E27-2CA7-2723-2F2D82B4B8B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3EA2D667-78E1-D848-BA87-F3D373660F0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94259CE1-D591-51B2-14B8-A79E4307F3D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C80575B7-A246-CEF5-866F-0526DFEF6CD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261A6BD0-AD07-BFFB-C184-3D0A36C35F4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1095E214-D93E-6623-201D-43353693BAA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FD7800CB-8B15-44E9-CDE2-B2E3A674018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2B0A7852-D1FC-C100-FAAF-1FE0185D390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B0C47F91-089C-DC82-6E92-028DF218148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C3CC8703-D22B-4E2F-41CA-49444AEC7FD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A50C620E-66E9-5E22-6EF0-6621419EDE5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A7A34192-B4B8-EA12-D81E-6FB155E035A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044E5B39-F193-CF1B-3E9D-23F25D90973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FE86DE10-D048-A1B4-206A-B451EADE536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6C4409F0-CAA2-1B65-9347-023F3B74F54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DF93FE02-40F6-88FD-FB1F-5F38AA1D7EC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8EE61BE5-AD7B-5745-0561-8BD77C7BD76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D62996E0-0D79-511E-896A-DB3FA33F5AE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C88C832B-6DA7-AA99-332B-0FA1F8A8BEB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CF10E9DD-079F-5623-E596-29DEBEF1220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31AC878D-97DA-E81E-4F1A-751BC84D883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35F772E0-D898-DD2C-1898-CB439349B70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E8970949-EED0-0B2A-C213-33D2A42164B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37C8D23E-E47C-0116-5E2F-CF15E0CE346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2E68489F-C2BD-EF9B-7EA2-E63E0B1D2ED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A04CE9D9-ED4D-666C-C72F-753B847E54A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3A6853E7-5DE7-DC8B-15EC-F92BA44D6E1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5CD9988A-FAFE-5B25-7ADD-BCEB890007C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03C23759-048F-8D8C-0BFE-1A584B67C85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1867BFE5-593B-9B02-24FB-FC7A2EF8031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940820CC-0BF9-B283-8CFE-7D6C6653499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115DFB63-95F6-FAF7-3FC4-4F139586AED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A3CBDC98-877E-06D5-FD35-5077ADDB9B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68" name="Picture 167">
            <a:extLst>
              <a:ext uri="{FF2B5EF4-FFF2-40B4-BE49-F238E27FC236}">
                <a16:creationId xmlns:a16="http://schemas.microsoft.com/office/drawing/2014/main" id="{F7E7D503-31DF-94CD-0F6D-317CBBA313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2960" y="6424919"/>
            <a:ext cx="1655064" cy="227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1FA4C4-8072-7CC3-837B-7A3BF7713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94A17-EF36-DB02-7A0B-8ED343EC5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521CF-2C70-45D2-F145-5C2F499C6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7938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C6E70-B092-5A2B-2BA8-5B473DE08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A061920-1941-2BC5-5DB2-602CA1831EDA}"/>
              </a:ext>
            </a:extLst>
          </p:cNvPr>
          <p:cNvSpPr/>
          <p:nvPr userDrawn="1"/>
        </p:nvSpPr>
        <p:spPr>
          <a:xfrm rot="5400000">
            <a:off x="-2286000" y="3200400"/>
            <a:ext cx="4572000" cy="457200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022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ounded Rectangle 115">
            <a:extLst>
              <a:ext uri="{FF2B5EF4-FFF2-40B4-BE49-F238E27FC236}">
                <a16:creationId xmlns:a16="http://schemas.microsoft.com/office/drawing/2014/main" id="{973F383A-7AA5-F743-3E89-15E1F08872D9}"/>
              </a:ext>
            </a:extLst>
          </p:cNvPr>
          <p:cNvSpPr/>
          <p:nvPr userDrawn="1"/>
        </p:nvSpPr>
        <p:spPr>
          <a:xfrm>
            <a:off x="4572000" y="6309360"/>
            <a:ext cx="8229600" cy="109728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D19E8BBD-2DB6-9B4C-D886-1A82F20A300F}"/>
              </a:ext>
            </a:extLst>
          </p:cNvPr>
          <p:cNvGrpSpPr/>
          <p:nvPr userDrawn="1"/>
        </p:nvGrpSpPr>
        <p:grpSpPr>
          <a:xfrm>
            <a:off x="10994898" y="11957"/>
            <a:ext cx="1197102" cy="1512786"/>
            <a:chOff x="7556500" y="1881188"/>
            <a:chExt cx="1197102" cy="1512786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CF5C14C5-FF79-56CD-2D4B-E86B58B2BF7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EAC28A2B-DC72-5518-C5DD-53310A95DB0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E381906C-8CFA-2CAC-23E0-D788A361D42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79C138B6-5B83-992D-9A87-86432E89ED9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EFFC7666-68C7-9D6F-D10C-23429F5F349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AA914449-E6F9-395C-2A05-0B7DD8D1935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A2200266-0841-D6C9-3137-2495A0DAB34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66211440-32A3-7BB6-342B-1CEE7CD425E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264637FC-2208-015F-0C6F-CD12AD7A5D9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527B346F-B6D4-E64E-171B-CB40E39CB2A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CB9D3A94-5C6B-8976-F512-C3ED98A2FAB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9751D4A5-4E69-F6AD-9D2D-E36171E8610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FA81CDA3-25E0-35E4-F9D4-6DB2B918761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29BE93DD-6653-DA0D-472B-D0735318021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2D85AF50-3709-3B0E-C205-3E0FFAA53D3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D527F467-1322-6667-C204-1B5D0F8F1AE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041357C9-9E27-2CA7-2723-2F2D82B4B8B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3EA2D667-78E1-D848-BA87-F3D373660F0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94259CE1-D591-51B2-14B8-A79E4307F3D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C80575B7-A246-CEF5-866F-0526DFEF6CD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261A6BD0-AD07-BFFB-C184-3D0A36C35F4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1095E214-D93E-6623-201D-43353693BAA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FD7800CB-8B15-44E9-CDE2-B2E3A674018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2B0A7852-D1FC-C100-FAAF-1FE0185D390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B0C47F91-089C-DC82-6E92-028DF218148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C3CC8703-D22B-4E2F-41CA-49444AEC7FD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A50C620E-66E9-5E22-6EF0-6621419EDE5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A7A34192-B4B8-EA12-D81E-6FB155E035A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044E5B39-F193-CF1B-3E9D-23F25D90973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FE86DE10-D048-A1B4-206A-B451EADE536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6C4409F0-CAA2-1B65-9347-023F3B74F54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DF93FE02-40F6-88FD-FB1F-5F38AA1D7EC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8EE61BE5-AD7B-5745-0561-8BD77C7BD76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D62996E0-0D79-511E-896A-DB3FA33F5AE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C88C832B-6DA7-AA99-332B-0FA1F8A8BEB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CF10E9DD-079F-5623-E596-29DEBEF1220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31AC878D-97DA-E81E-4F1A-751BC84D883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35F772E0-D898-DD2C-1898-CB439349B70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E8970949-EED0-0B2A-C213-33D2A42164B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37C8D23E-E47C-0116-5E2F-CF15E0CE346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2E68489F-C2BD-EF9B-7EA2-E63E0B1D2ED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A04CE9D9-ED4D-666C-C72F-753B847E54A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3A6853E7-5DE7-DC8B-15EC-F92BA44D6E1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5CD9988A-FAFE-5B25-7ADD-BCEB890007C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03C23759-048F-8D8C-0BFE-1A584B67C85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1867BFE5-593B-9B02-24FB-FC7A2EF8031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940820CC-0BF9-B283-8CFE-7D6C6653499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115DFB63-95F6-FAF7-3FC4-4F139586AED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A3CBDC98-877E-06D5-FD35-5077ADDB9B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68" name="Picture 167">
            <a:extLst>
              <a:ext uri="{FF2B5EF4-FFF2-40B4-BE49-F238E27FC236}">
                <a16:creationId xmlns:a16="http://schemas.microsoft.com/office/drawing/2014/main" id="{F7E7D503-31DF-94CD-0F6D-317CBBA313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2960" y="6424919"/>
            <a:ext cx="1655064" cy="227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1FA4C4-8072-7CC3-837B-7A3BF7713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94A17-EF36-DB02-7A0B-8ED343EC5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521CF-2C70-45D2-F145-5C2F499C6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7938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C6E70-B092-5A2B-2BA8-5B473DE08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761CB8F-4253-9A43-57C5-0EE8B9532A65}"/>
              </a:ext>
            </a:extLst>
          </p:cNvPr>
          <p:cNvSpPr/>
          <p:nvPr userDrawn="1"/>
        </p:nvSpPr>
        <p:spPr>
          <a:xfrm rot="5400000">
            <a:off x="-2286000" y="3200400"/>
            <a:ext cx="457200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201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Section Header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ounded Rectangle 115">
            <a:extLst>
              <a:ext uri="{FF2B5EF4-FFF2-40B4-BE49-F238E27FC236}">
                <a16:creationId xmlns:a16="http://schemas.microsoft.com/office/drawing/2014/main" id="{973F383A-7AA5-F743-3E89-15E1F08872D9}"/>
              </a:ext>
            </a:extLst>
          </p:cNvPr>
          <p:cNvSpPr/>
          <p:nvPr userDrawn="1"/>
        </p:nvSpPr>
        <p:spPr>
          <a:xfrm>
            <a:off x="4572000" y="6309360"/>
            <a:ext cx="8229600" cy="1097280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D19E8BBD-2DB6-9B4C-D886-1A82F20A300F}"/>
              </a:ext>
            </a:extLst>
          </p:cNvPr>
          <p:cNvGrpSpPr/>
          <p:nvPr userDrawn="1"/>
        </p:nvGrpSpPr>
        <p:grpSpPr>
          <a:xfrm>
            <a:off x="10994898" y="11957"/>
            <a:ext cx="1197102" cy="1512786"/>
            <a:chOff x="7556500" y="1881188"/>
            <a:chExt cx="1197102" cy="1512786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CF5C14C5-FF79-56CD-2D4B-E86B58B2BF7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EAC28A2B-DC72-5518-C5DD-53310A95DB0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E381906C-8CFA-2CAC-23E0-D788A361D42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79C138B6-5B83-992D-9A87-86432E89ED9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EFFC7666-68C7-9D6F-D10C-23429F5F349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AA914449-E6F9-395C-2A05-0B7DD8D1935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A2200266-0841-D6C9-3137-2495A0DAB34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66211440-32A3-7BB6-342B-1CEE7CD425E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264637FC-2208-015F-0C6F-CD12AD7A5D9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527B346F-B6D4-E64E-171B-CB40E39CB2A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CB9D3A94-5C6B-8976-F512-C3ED98A2FAB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9751D4A5-4E69-F6AD-9D2D-E36171E8610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FA81CDA3-25E0-35E4-F9D4-6DB2B918761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29BE93DD-6653-DA0D-472B-D0735318021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2D85AF50-3709-3B0E-C205-3E0FFAA53D3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D527F467-1322-6667-C204-1B5D0F8F1AE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041357C9-9E27-2CA7-2723-2F2D82B4B8B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3EA2D667-78E1-D848-BA87-F3D373660F0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94259CE1-D591-51B2-14B8-A79E4307F3D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C80575B7-A246-CEF5-866F-0526DFEF6CD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261A6BD0-AD07-BFFB-C184-3D0A36C35F4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1095E214-D93E-6623-201D-43353693BAA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FD7800CB-8B15-44E9-CDE2-B2E3A674018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2B0A7852-D1FC-C100-FAAF-1FE0185D390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B0C47F91-089C-DC82-6E92-028DF218148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C3CC8703-D22B-4E2F-41CA-49444AEC7FD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A50C620E-66E9-5E22-6EF0-6621419EDE5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A7A34192-B4B8-EA12-D81E-6FB155E035A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044E5B39-F193-CF1B-3E9D-23F25D90973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FE86DE10-D048-A1B4-206A-B451EADE536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6C4409F0-CAA2-1B65-9347-023F3B74F54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DF93FE02-40F6-88FD-FB1F-5F38AA1D7EC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8EE61BE5-AD7B-5745-0561-8BD77C7BD76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D62996E0-0D79-511E-896A-DB3FA33F5AE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C88C832B-6DA7-AA99-332B-0FA1F8A8BEB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CF10E9DD-079F-5623-E596-29DEBEF1220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31AC878D-97DA-E81E-4F1A-751BC84D883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35F772E0-D898-DD2C-1898-CB439349B70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E8970949-EED0-0B2A-C213-33D2A42164B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37C8D23E-E47C-0116-5E2F-CF15E0CE346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2E68489F-C2BD-EF9B-7EA2-E63E0B1D2ED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A04CE9D9-ED4D-666C-C72F-753B847E54A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3A6853E7-5DE7-DC8B-15EC-F92BA44D6E1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5CD9988A-FAFE-5B25-7ADD-BCEB890007C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03C23759-048F-8D8C-0BFE-1A584B67C85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1867BFE5-593B-9B02-24FB-FC7A2EF8031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940820CC-0BF9-B283-8CFE-7D6C6653499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115DFB63-95F6-FAF7-3FC4-4F139586AED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A3CBDC98-877E-06D5-FD35-5077ADDB9B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68" name="Picture 167">
            <a:extLst>
              <a:ext uri="{FF2B5EF4-FFF2-40B4-BE49-F238E27FC236}">
                <a16:creationId xmlns:a16="http://schemas.microsoft.com/office/drawing/2014/main" id="{F7E7D503-31DF-94CD-0F6D-317CBBA313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2960" y="6424919"/>
            <a:ext cx="1655064" cy="227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1FA4C4-8072-7CC3-837B-7A3BF7713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94A17-EF36-DB02-7A0B-8ED343EC5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521CF-2C70-45D2-F145-5C2F499C6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7938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C6E70-B092-5A2B-2BA8-5B473DE08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4AD4909-011F-A001-DE75-B6E3258D0347}"/>
              </a:ext>
            </a:extLst>
          </p:cNvPr>
          <p:cNvSpPr/>
          <p:nvPr userDrawn="1"/>
        </p:nvSpPr>
        <p:spPr>
          <a:xfrm rot="5400000">
            <a:off x="-2286000" y="3200400"/>
            <a:ext cx="457200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978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7E187A-0034-E4C5-7CEA-921EC6AB0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7938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5EF546-454D-3916-3BD2-9FB121930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4733611-A8AF-173F-DAC9-02D617E45164}"/>
              </a:ext>
            </a:extLst>
          </p:cNvPr>
          <p:cNvSpPr/>
          <p:nvPr userDrawn="1"/>
        </p:nvSpPr>
        <p:spPr>
          <a:xfrm flipV="1">
            <a:off x="914400" y="671565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6E93482-169A-328B-0960-F38A109B01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960" y="914400"/>
            <a:ext cx="10515600" cy="646331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7A2C4E99-5F0C-BDD3-942B-0F6E4A54B4A9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22957" y="457200"/>
            <a:ext cx="10515600" cy="2539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050" b="0" i="0" kern="1200" dirty="0" smtClean="0">
                <a:solidFill>
                  <a:schemeClr val="tx1"/>
                </a:solidFill>
                <a:latin typeface="Nunito" pitchFamily="2" charset="77"/>
                <a:ea typeface="+mn-ea"/>
                <a:cs typeface="+mn-cs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Chapter Name</a:t>
            </a:r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5AA1F299-34F5-77B5-B567-711B29708C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22957" y="2011363"/>
            <a:ext cx="10515599" cy="3976687"/>
          </a:xfrm>
        </p:spPr>
        <p:txBody>
          <a:bodyPr/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47058EA-1AA9-B8C7-547B-FB0D42B551E5}"/>
              </a:ext>
            </a:extLst>
          </p:cNvPr>
          <p:cNvGrpSpPr/>
          <p:nvPr userDrawn="1"/>
        </p:nvGrpSpPr>
        <p:grpSpPr>
          <a:xfrm>
            <a:off x="10995571" y="-508"/>
            <a:ext cx="1197102" cy="1512786"/>
            <a:chOff x="7556500" y="1881188"/>
            <a:chExt cx="1197102" cy="1512786"/>
          </a:xfrm>
          <a:solidFill>
            <a:schemeClr val="accent2"/>
          </a:solidFill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63A489DA-87E6-2346-56EB-A5671B3F496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9A66C5D-4C84-9E61-3921-0B6112B8F3D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A8ACA44-4A57-B426-AEFB-CD75A0D21F9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BE5925A-185F-FB27-BEB6-003DB6E8275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D59A358-605A-712B-F635-A5976D671C3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52B5936-D9DA-5F4B-F101-A5F343B9811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D0ECA1E-4D22-D2A1-26D0-2E5243A5C5C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20D4B94-A292-3B4D-513B-421A97BE9F5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EE44A27-F287-41DC-F31E-8501D34C185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750CBB8-244F-73FD-BEE8-87A05C246E2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AE51705-1E5D-A869-24E6-A53C6F72C6C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3C90CE1-1CCD-A6A1-4455-1C9EC89CE5F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A5D23B8-794E-C8CD-D1B9-AC5E3E73F9E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3C2E490-4C98-0F05-77DA-EA7FFD7A981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7DBDE77-D9E7-ED55-611E-39EDA266180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33A48EE-2390-DBC8-6B47-F727DBB79F5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54B3E7B-025F-2A16-B98E-82D0EA3A2C5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5BF030A-BF19-11EE-434C-64FD7AD9DA3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67C2E83-ED55-9B3A-0A23-E16CDC94AA9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2471458-520C-F205-585E-179673A21E7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CA9ADA8-1DD6-3082-901D-FB92FF89389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0703557E-F7BA-736D-75D3-0D968F95384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5D002A8E-B4D6-07EF-85D3-3F485DA3741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7B43A760-15F7-DED7-318B-FB268739033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6BB9F29-1CBC-0776-9510-70FD4EE9B9A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C971F3BE-E306-8A78-A378-869D7E962B5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E043C643-715B-D5D5-5B0B-C033FFDFB1F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2B8A23D-2983-C8B4-2D1B-926AD2C8F9F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6F64700-1640-82AE-DE6D-5C78FE5E47E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766D7962-D895-2F41-3BCB-7E371B4F4C9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14C5C40E-7911-5EC0-3C88-4A55FDE9B50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EA28236B-CF9E-9846-9F31-AE7B107D026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0408D89F-30DB-72D3-9F8C-C83784AE67B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7872C2F6-BE33-A577-C10F-603A5E6F038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3860B087-E809-C18C-33E5-8C729685746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E5D945E3-861C-4AFE-371E-C8CF5AEE503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643BC018-3824-CDA2-1F58-1D3195076BC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BE159578-001E-8770-A943-40B5C826F7D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9AE77A40-EF1B-911C-35C6-173C8CA1E52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F42494CB-E02A-9906-89BB-30421271626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B0C0CC93-95A1-66AE-85E9-DB41102DFF4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733B997-E7B1-97A8-F7D9-FD8D2F8D98C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C17891DC-E48A-5592-7512-C512B5CD75D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20419BDA-8A4B-E028-5A38-BC504BDE38D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1208C8C6-A8BF-D128-FFF8-B818C370BAB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B8EAE1A9-FC9A-355D-EC25-BE26FF6356F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DA8F9505-F696-F125-E31E-AC9710C673D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ED688652-5367-584F-F743-FE025D79332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16BD5303-093D-07FC-5981-6205D725186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78562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0">
              <a:schemeClr val="bg1"/>
            </a:gs>
            <a:gs pos="50000">
              <a:schemeClr val="bg1"/>
            </a:gs>
            <a:gs pos="100000">
              <a:schemeClr val="accent2">
                <a:lumMod val="40000"/>
                <a:lumOff val="60000"/>
                <a:alpha val="4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7E187A-0034-E4C5-7CEA-921EC6AB0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7938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5EF546-454D-3916-3BD2-9FB121930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4733611-A8AF-173F-DAC9-02D617E45164}"/>
              </a:ext>
            </a:extLst>
          </p:cNvPr>
          <p:cNvSpPr/>
          <p:nvPr userDrawn="1"/>
        </p:nvSpPr>
        <p:spPr>
          <a:xfrm flipV="1">
            <a:off x="914400" y="671565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94536C6-1E23-7ED4-A0D2-683E3671C9C7}"/>
              </a:ext>
            </a:extLst>
          </p:cNvPr>
          <p:cNvSpPr/>
          <p:nvPr userDrawn="1"/>
        </p:nvSpPr>
        <p:spPr>
          <a:xfrm rot="5400000" flipV="1">
            <a:off x="877823" y="2240280"/>
            <a:ext cx="22860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6E93482-169A-328B-0960-F38A109B01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960" y="914400"/>
            <a:ext cx="10515600" cy="646331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7A2C4E99-5F0C-BDD3-942B-0F6E4A54B4A9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22957" y="457200"/>
            <a:ext cx="10515600" cy="2539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050" b="0" i="0" kern="1200" dirty="0" smtClean="0">
                <a:solidFill>
                  <a:schemeClr val="tx1"/>
                </a:solidFill>
                <a:latin typeface="Nunito" pitchFamily="2" charset="77"/>
                <a:ea typeface="+mn-ea"/>
                <a:cs typeface="+mn-cs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Chapter Name</a:t>
            </a:r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5AA1F299-34F5-77B5-B567-711B29708C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978407" y="2011363"/>
            <a:ext cx="10360149" cy="3976687"/>
          </a:xfrm>
        </p:spPr>
        <p:txBody>
          <a:bodyPr/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9471A73-ABCF-7E29-9DFE-26A34A71B3DA}"/>
              </a:ext>
            </a:extLst>
          </p:cNvPr>
          <p:cNvGrpSpPr/>
          <p:nvPr userDrawn="1"/>
        </p:nvGrpSpPr>
        <p:grpSpPr>
          <a:xfrm>
            <a:off x="10995571" y="-508"/>
            <a:ext cx="1197102" cy="1512786"/>
            <a:chOff x="7556500" y="1881188"/>
            <a:chExt cx="1197102" cy="1512786"/>
          </a:xfrm>
          <a:solidFill>
            <a:schemeClr val="accent2"/>
          </a:solidFill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96DFBFD0-03BB-6D44-96ED-812437C3E14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7E431FF-4B54-899B-87DE-9C428C4C72A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C31BA4C-1D05-C2D7-412A-ECD042FD0FF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D27C247-84C8-9450-4529-1CC2DC47A2C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288AF0B-FB8D-A55B-9773-AF5D9F75D4E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B00F77F-2670-6A93-8BD6-7E234F07D8E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4272DD4-AB5F-C5C3-E247-D3CAA9B6B5D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2E32204-466D-8E54-1558-87A2EA0E40A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D17056D-546B-EADF-A5EE-EC36F3F6F16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89F38D6-21AA-647C-E452-9FC085A8D34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F81364F-A8E9-024C-2C9A-F4507159892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844667A-F6EE-7F41-460C-FBD19671C9F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1D94ECC-0853-EC88-03FF-2E1C8376A3E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D59359C-AB7C-9C55-0CA1-3E1087B88D9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B26A518-C5C3-1A20-1F87-92938A5B827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27508101-3DA3-A3F3-4C0F-836BE836EC5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074F236-22C3-1852-CF20-F64D9EEBD51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2599630-63BD-9CB2-BAB6-0785CC5C2A5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87EE0099-2E27-ADB7-3167-7DA1163767D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2613CD4-A224-786F-4958-9D64F6DBD09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6574FEF4-A6D9-9BFE-09A5-B3640D8E4E1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D55FDB82-FF74-1089-EA84-E3BA8A37436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77F4D7C3-2B3E-8ABD-C290-1714DF3F619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28432D56-9818-5ED6-6239-D9AD7DFF69C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FCC9231E-A031-383C-3335-1E433A6F268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6B5F82EA-5F47-7FF0-DD71-36E9CB2798E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03E4B9DE-5B45-740D-39F0-A94E6E637AD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A564F30E-5BB0-28D3-CA62-D27FF10F4EE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AF742FE5-43A5-85A7-EB8D-4C6A08FDF10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25DE2CB6-B62F-2DB6-422D-93511454A61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2EFCFF65-C224-07DB-1E87-72328B39121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0E3DF3D8-A21B-309E-081D-EE0200B0396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CACD0EAD-6A23-6402-A292-6150ADD3559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734DAAC7-6E15-A333-A0E7-91F41892AAB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902718A7-4826-5F71-07FC-92CEA52273B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CA199A17-929D-A708-AB81-C31FB9021C0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9B38FBFE-BC5F-E06A-4D11-BF9604D0AF4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EE7A4101-206A-3529-84A6-3E02CC5336A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688518C6-0E4D-CFF3-1222-BAD70DDF939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23A6AD03-5AAA-65A7-CD42-FA1B8CAACB9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86C6924A-8221-E199-2D6E-F974614DCDD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9F6A450-601C-89A7-6D35-D06A6755D74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1FCC4B90-FB9F-4355-6F26-293E8E38371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F8BA03A-51A9-EEA7-2B3A-B2AB9A5F1CF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533D5699-08B6-2BA7-6623-3941DCE631A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6A53CEC3-91BC-F963-57FE-9338F570969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2B08AD5-EE1D-6E32-CE10-266F1DB9FDA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164F1DE3-378D-1301-65E3-A0563ADFC8B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AAA94947-B44A-D74B-12B0-27CEA20F20F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7603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8F858-C6C8-6E02-31EA-989438209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78408" y="2011680"/>
            <a:ext cx="5029200" cy="3976370"/>
          </a:xfrm>
        </p:spPr>
        <p:txBody>
          <a:bodyPr/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  <a:lvl2pPr>
              <a:defRPr sz="1200" b="0" i="0">
                <a:latin typeface="Nunito" pitchFamily="2" charset="77"/>
              </a:defRPr>
            </a:lvl2pPr>
            <a:lvl3pPr>
              <a:defRPr sz="1200" b="0" i="0">
                <a:latin typeface="Nunito" pitchFamily="2" charset="77"/>
              </a:defRPr>
            </a:lvl3pPr>
            <a:lvl4pPr>
              <a:defRPr sz="1200" b="0" i="0">
                <a:latin typeface="Nunito" pitchFamily="2" charset="77"/>
              </a:defRPr>
            </a:lvl4pPr>
            <a:lvl5pPr>
              <a:defRPr sz="1200" b="0" i="0">
                <a:latin typeface="Nunito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4B5D4-C02E-6530-CE0C-CB4F5D73E9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4788" y="2011680"/>
            <a:ext cx="5029200" cy="3976370"/>
          </a:xfrm>
        </p:spPr>
        <p:txBody>
          <a:bodyPr/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  <a:lvl2pPr>
              <a:defRPr sz="1200" b="0" i="0">
                <a:latin typeface="Nunito" pitchFamily="2" charset="77"/>
              </a:defRPr>
            </a:lvl2pPr>
            <a:lvl3pPr>
              <a:defRPr sz="1200" b="0" i="0">
                <a:latin typeface="Nunito" pitchFamily="2" charset="77"/>
              </a:defRPr>
            </a:lvl3pPr>
            <a:lvl4pPr>
              <a:defRPr sz="1200" b="0" i="0">
                <a:latin typeface="Nunito" pitchFamily="2" charset="77"/>
              </a:defRPr>
            </a:lvl4pPr>
            <a:lvl5pPr>
              <a:defRPr sz="1200" b="0" i="0">
                <a:latin typeface="Nunito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7ED16B-78B5-6CD1-1DF4-66FB196D8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7938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A9F3EB-A20D-A6DA-B7F1-405CDC621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0E18626-D795-EE5F-C891-89D67970574B}"/>
              </a:ext>
            </a:extLst>
          </p:cNvPr>
          <p:cNvSpPr/>
          <p:nvPr userDrawn="1"/>
        </p:nvSpPr>
        <p:spPr>
          <a:xfrm flipV="1">
            <a:off x="914400" y="671565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6D9FDF6-68B7-6F0C-32FC-E05D1464C51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2960" y="914400"/>
            <a:ext cx="10515600" cy="646331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B6C19A5-8427-E54F-A4FC-6B2D97306590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22957" y="457200"/>
            <a:ext cx="10515600" cy="2539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050" b="0" i="0" kern="1200" dirty="0" smtClean="0">
                <a:solidFill>
                  <a:schemeClr val="tx1"/>
                </a:solidFill>
                <a:latin typeface="Nunito" pitchFamily="2" charset="77"/>
                <a:ea typeface="+mn-ea"/>
                <a:cs typeface="+mn-cs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Chapter Name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DC3FACB-4722-1040-36F9-7F741AC5E124}"/>
              </a:ext>
            </a:extLst>
          </p:cNvPr>
          <p:cNvSpPr/>
          <p:nvPr userDrawn="1"/>
        </p:nvSpPr>
        <p:spPr>
          <a:xfrm rot="5400000" flipV="1">
            <a:off x="877824" y="2240280"/>
            <a:ext cx="22860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D2378D4-30D3-FCF4-D9C8-BF9548DB792C}"/>
              </a:ext>
            </a:extLst>
          </p:cNvPr>
          <p:cNvSpPr/>
          <p:nvPr userDrawn="1"/>
        </p:nvSpPr>
        <p:spPr>
          <a:xfrm rot="5400000" flipV="1">
            <a:off x="6204204" y="2240280"/>
            <a:ext cx="22860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19889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D68330-9A61-74C5-2C72-A20EB5DB4B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8408" y="2560320"/>
            <a:ext cx="4937760" cy="3427730"/>
          </a:xfrm>
        </p:spPr>
        <p:txBody>
          <a:bodyPr/>
          <a:lstStyle>
            <a:lvl1pPr marL="228600" indent="-228600">
              <a:buClr>
                <a:schemeClr val="accent2"/>
              </a:buClr>
              <a:buFont typeface="System Font Regular"/>
              <a:buChar char="●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8AE252-1BF3-96D7-FC15-7F26863D1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7938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95B57B-F037-AD20-DB04-A03CF85A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3D8C84F-8C17-7483-1AF4-4843F1A7E61E}"/>
              </a:ext>
            </a:extLst>
          </p:cNvPr>
          <p:cNvSpPr/>
          <p:nvPr userDrawn="1"/>
        </p:nvSpPr>
        <p:spPr>
          <a:xfrm flipV="1">
            <a:off x="914400" y="671565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E0E2B96-4346-5459-6E49-205997FEBDD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2960" y="914400"/>
            <a:ext cx="10515600" cy="646331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C37104C-5E74-3EE2-49E7-E2FA7D5A88D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22957" y="457200"/>
            <a:ext cx="10515600" cy="2539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050" b="0" i="0" kern="1200" dirty="0" smtClean="0">
                <a:solidFill>
                  <a:schemeClr val="tx1"/>
                </a:solidFill>
                <a:latin typeface="Nunito" pitchFamily="2" charset="77"/>
                <a:ea typeface="+mn-ea"/>
                <a:cs typeface="+mn-cs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Chapter Name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9604D289-A516-3A0F-46C5-97B322E5B7A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400800" y="2560320"/>
            <a:ext cx="4937760" cy="3427730"/>
          </a:xfrm>
        </p:spPr>
        <p:txBody>
          <a:bodyPr/>
          <a:lstStyle>
            <a:lvl1pPr marL="228600" indent="-228600">
              <a:buClr>
                <a:schemeClr val="accent2"/>
              </a:buClr>
              <a:buSzPct val="100000"/>
              <a:buFont typeface="+mj-lt"/>
              <a:buAutoNum type="arabicPeriod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67028BE-2269-743B-7048-6EA506F90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8408" y="2011680"/>
            <a:ext cx="4937760" cy="461665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9C18373-29BA-D74C-BAE4-20A80832486D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6400800" y="2011680"/>
            <a:ext cx="4937760" cy="461665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E75EBD6-BE59-A866-EBF0-B0AE13CB0602}"/>
              </a:ext>
            </a:extLst>
          </p:cNvPr>
          <p:cNvSpPr/>
          <p:nvPr userDrawn="1"/>
        </p:nvSpPr>
        <p:spPr>
          <a:xfrm rot="5400000" flipV="1">
            <a:off x="854964" y="2228796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98FECBB-759F-07D1-0E74-1BC4B6169F31}"/>
              </a:ext>
            </a:extLst>
          </p:cNvPr>
          <p:cNvSpPr/>
          <p:nvPr userDrawn="1"/>
        </p:nvSpPr>
        <p:spPr>
          <a:xfrm rot="5400000" flipV="1">
            <a:off x="6277356" y="2228796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96048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D68330-9A61-74C5-2C72-A20EB5DB4B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8408" y="2928620"/>
            <a:ext cx="4937760" cy="3017520"/>
          </a:xfrm>
        </p:spPr>
        <p:txBody>
          <a:bodyPr/>
          <a:lstStyle>
            <a:lvl1pPr marL="228600" indent="-228600">
              <a:buClr>
                <a:schemeClr val="accent1"/>
              </a:buClr>
              <a:buFont typeface="Arial Unicode MS" panose="020B0604020202020204" pitchFamily="34" charset="-128"/>
              <a:buChar char="✔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8AE252-1BF3-96D7-FC15-7F26863D1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7938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95B57B-F037-AD20-DB04-A03CF85A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3D8C84F-8C17-7483-1AF4-4843F1A7E61E}"/>
              </a:ext>
            </a:extLst>
          </p:cNvPr>
          <p:cNvSpPr/>
          <p:nvPr userDrawn="1"/>
        </p:nvSpPr>
        <p:spPr>
          <a:xfrm flipV="1">
            <a:off x="914400" y="671565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E0E2B96-4346-5459-6E49-205997FEBDD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2960" y="914400"/>
            <a:ext cx="10515600" cy="646331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C37104C-5E74-3EE2-49E7-E2FA7D5A88D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22957" y="457200"/>
            <a:ext cx="10515600" cy="2539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050" b="0" i="0" kern="1200" dirty="0" smtClean="0">
                <a:solidFill>
                  <a:schemeClr val="tx1"/>
                </a:solidFill>
                <a:latin typeface="Nunito" pitchFamily="2" charset="77"/>
                <a:ea typeface="+mn-ea"/>
                <a:cs typeface="+mn-cs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Chapter Name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9604D289-A516-3A0F-46C5-97B322E5B7A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400800" y="2928620"/>
            <a:ext cx="4937760" cy="3017520"/>
          </a:xfrm>
        </p:spPr>
        <p:txBody>
          <a:bodyPr/>
          <a:lstStyle>
            <a:lvl1pPr marL="228600" indent="-228600">
              <a:buClr>
                <a:srgbClr val="FF0000"/>
              </a:buClr>
              <a:buSzPct val="100000"/>
              <a:buFont typeface="Apple SD Gothic Neo Regular" panose="02000300000000000000" pitchFamily="2" charset="-127"/>
              <a:buChar char="✖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67028BE-2269-743B-7048-6EA506F9052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78408" y="2010648"/>
            <a:ext cx="4937760" cy="830997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D91C6CA-862A-AA70-6A9E-5DB45FF4A23B}"/>
              </a:ext>
            </a:extLst>
          </p:cNvPr>
          <p:cNvGrpSpPr/>
          <p:nvPr userDrawn="1"/>
        </p:nvGrpSpPr>
        <p:grpSpPr>
          <a:xfrm>
            <a:off x="11376850" y="3882272"/>
            <a:ext cx="1197102" cy="1512786"/>
            <a:chOff x="7556500" y="1881188"/>
            <a:chExt cx="1197102" cy="1512786"/>
          </a:xfrm>
          <a:solidFill>
            <a:schemeClr val="accent2"/>
          </a:solidFill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6E2B7DD3-FA38-8B37-B46F-D83054AD2F8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1455BFB-3236-C521-B36A-33708660344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2921E9F-BCC0-251F-D275-9CDA1F6B36A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1FA5921-1D1D-D0F3-C4E5-02B00C178FB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A142330-C74C-BF16-A32D-7B885A57FF9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F7417ED-807F-9205-FD26-B3A1DE24E34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71BB5DA-5ABE-74DF-C5CC-621E678A543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15FCF18-BC51-8680-CD33-4F8F62CE5E4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DD0251F-475B-E256-B8D6-4FDDF7FEA53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EE0D12F-C427-D968-F606-B1FFEFB7DE6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A9DDBF4A-2231-3E71-5D5D-214C915A3F2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CB68BC6-5D56-F9AF-FB29-11B75002CEB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286FEEC-D4C8-9A8E-75A8-E50993CFD78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E696FFC9-0A7B-0B47-B7A5-C4959D1CCCC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90D5C5E-5F3D-BB7D-1F57-0D2DFF84354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B88C7E1-6263-A8FF-75FC-4FC27275295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7699F72-E5AE-D647-F518-FB8794FAEDF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F5EB481-3255-1E0B-F991-E2472EB7A96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38093678-FEA3-368E-2440-F2D30E814D0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DBE6D7D0-C562-DD0E-B207-A50FFC2C79A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A5553A99-6003-CBDD-5679-4401AFD35BA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EAEA36CC-1C77-F783-A0A4-EBBC16E2A87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3DB83AB5-ABFD-7116-D9B0-9CA276FCF17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B1ECC8BD-7455-8913-D7D9-1AD078943C8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0B526182-6A9F-768C-F120-B4C924FE8B3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52B030CD-DB07-6BF3-1DF2-CCB538AF60D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0700B037-5BFF-6646-58D5-ACAC58D9A3D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C73D7CCE-C46D-B394-DC15-512AEA3DEF1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20040BAC-78BB-4AE2-F18E-1D2AF81B319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9DB0CA85-1EE3-3728-2534-9E67548113C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FA6DB045-1179-4DA8-2F31-B675ED4EFC3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CC188121-7CB1-F724-F190-F105DFE9EBB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0D488E1E-1A28-730D-2096-294CE674298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8DE75387-EE7A-F123-C946-A381024663D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4D8A8CC4-CC97-47BE-B340-0897654148A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82E0740E-536D-8F87-1130-0EBD17B4457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DFE02CAB-C1C9-4257-B1A5-31DFFA23EF5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78510BED-E57C-3CF6-5105-060A57D0E9D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64E80855-7275-CF88-39B9-F204607637D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1802E404-3798-A846-D6DA-C174153AE77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60B4F9B-0B80-C896-52DD-678C1102A28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F1496D30-4C89-ACCB-68CF-7A38BA2B00A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DE8B3008-6D04-A824-81B1-E6E038AC39C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530EB556-0B66-623E-F7EF-16B06780029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8C7D1E79-DC91-17AF-C96D-FB8A2807525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FDA74C6F-F48F-D8C2-C8A6-544A8FDE7AA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53A713E1-1355-6425-DB7F-363D019BC5F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3BB69A3B-F8EC-275F-6D5C-04D7684E774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B327A617-1984-26CC-D299-458551B509A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F1356060-624D-85AF-5E54-7EC307B8737E}"/>
              </a:ext>
            </a:extLst>
          </p:cNvPr>
          <p:cNvSpPr/>
          <p:nvPr userDrawn="1"/>
        </p:nvSpPr>
        <p:spPr>
          <a:xfrm rot="5400000" flipV="1">
            <a:off x="672084" y="2412430"/>
            <a:ext cx="64008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B0D9869B-8E30-3BC3-479C-F14C36A8575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400797" y="2010648"/>
            <a:ext cx="4937760" cy="830997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AB96A551-8641-F685-773C-72E526A21D61}"/>
              </a:ext>
            </a:extLst>
          </p:cNvPr>
          <p:cNvSpPr/>
          <p:nvPr userDrawn="1"/>
        </p:nvSpPr>
        <p:spPr>
          <a:xfrm rot="5400000" flipV="1">
            <a:off x="6094473" y="2412430"/>
            <a:ext cx="64008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9074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gradFill>
          <a:gsLst>
            <a:gs pos="0">
              <a:schemeClr val="bg1"/>
            </a:gs>
            <a:gs pos="50000">
              <a:schemeClr val="bg1"/>
            </a:gs>
            <a:gs pos="100000">
              <a:schemeClr val="accent2">
                <a:lumMod val="40000"/>
                <a:lumOff val="60000"/>
                <a:alpha val="4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D68330-9A61-74C5-2C72-A20EB5DB4B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8408" y="2560320"/>
            <a:ext cx="4937760" cy="3429000"/>
          </a:xfrm>
        </p:spPr>
        <p:txBody>
          <a:bodyPr/>
          <a:lstStyle>
            <a:lvl1pPr marL="228600" indent="-228600">
              <a:buClr>
                <a:schemeClr val="accent2"/>
              </a:buClr>
              <a:buFont typeface="System Font Regular"/>
              <a:buChar char="●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8AE252-1BF3-96D7-FC15-7F26863D1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7938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95B57B-F037-AD20-DB04-A03CF85A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3D8C84F-8C17-7483-1AF4-4843F1A7E61E}"/>
              </a:ext>
            </a:extLst>
          </p:cNvPr>
          <p:cNvSpPr/>
          <p:nvPr userDrawn="1"/>
        </p:nvSpPr>
        <p:spPr>
          <a:xfrm flipV="1">
            <a:off x="914400" y="671565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E0E2B96-4346-5459-6E49-205997FEBDD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2960" y="914400"/>
            <a:ext cx="10515600" cy="646331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C37104C-5E74-3EE2-49E7-E2FA7D5A88D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22957" y="457200"/>
            <a:ext cx="10515600" cy="2539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050" b="0" i="0" kern="1200" dirty="0" smtClean="0">
                <a:solidFill>
                  <a:schemeClr val="tx1"/>
                </a:solidFill>
                <a:latin typeface="Nunito" pitchFamily="2" charset="77"/>
                <a:ea typeface="+mn-ea"/>
                <a:cs typeface="+mn-cs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Chapter Name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9604D289-A516-3A0F-46C5-97B322E5B7A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400800" y="2560320"/>
            <a:ext cx="4937760" cy="3429000"/>
          </a:xfrm>
        </p:spPr>
        <p:txBody>
          <a:bodyPr/>
          <a:lstStyle>
            <a:lvl1pPr marL="228600" indent="-228600">
              <a:buClr>
                <a:schemeClr val="accent2"/>
              </a:buClr>
              <a:buSzPct val="100000"/>
              <a:buFont typeface="+mj-lt"/>
              <a:buAutoNum type="arabicPeriod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14E0819-BE2B-F8C3-E021-BB47F86A1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8408" y="2011680"/>
            <a:ext cx="4937760" cy="461665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4DA95B5-7207-0F5D-C65D-F7AF4504A4C2}"/>
              </a:ext>
            </a:extLst>
          </p:cNvPr>
          <p:cNvSpPr/>
          <p:nvPr userDrawn="1"/>
        </p:nvSpPr>
        <p:spPr>
          <a:xfrm rot="5400000" flipV="1">
            <a:off x="854964" y="2228796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8B669B1-D968-A2DD-A463-332B04A31B98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6400800" y="2011680"/>
            <a:ext cx="4937760" cy="461665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D713AB3-42BA-0705-882C-3D71CA4A2C88}"/>
              </a:ext>
            </a:extLst>
          </p:cNvPr>
          <p:cNvSpPr/>
          <p:nvPr userDrawn="1"/>
        </p:nvSpPr>
        <p:spPr>
          <a:xfrm rot="5400000" flipV="1">
            <a:off x="6277356" y="2228796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FF7F16F2-4591-7802-A894-B8412F548EA8}"/>
              </a:ext>
            </a:extLst>
          </p:cNvPr>
          <p:cNvGrpSpPr/>
          <p:nvPr userDrawn="1"/>
        </p:nvGrpSpPr>
        <p:grpSpPr>
          <a:xfrm>
            <a:off x="-347596" y="3882272"/>
            <a:ext cx="1197102" cy="1512786"/>
            <a:chOff x="7556500" y="1881188"/>
            <a:chExt cx="1197102" cy="1512786"/>
          </a:xfrm>
          <a:solidFill>
            <a:schemeClr val="accent2"/>
          </a:solidFill>
        </p:grpSpPr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892E0E7E-82DA-D376-E01E-524A3E4195D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8B0B7211-0E4F-527B-D6EE-72A9F77EA7D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6F0F37EF-456A-2662-72A1-5932EE9EE48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C74F018B-B14B-A801-6BE7-26119875091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89D594F4-B67E-8D37-6E61-C680CB6DB1A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E8B93E8F-ADA6-C24C-1D36-ABBD16055C9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CAC2C2ED-515B-81D6-0972-628C8979173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5B5D62DD-AF7C-3851-0055-C7FEFA294FF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82F35294-6D11-2E53-F263-83698D5EC0F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C755AEE6-5A93-ADC0-17E2-18C90B06166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4AB85068-F4FC-2E7A-4434-A90CD4425EC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44773172-E918-0E99-FE10-3ECF533AFA6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5E14BFEE-EB33-CAD8-BE66-26A447E7B29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F6F6EF53-8A50-651C-39DA-15293F0A098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BD721D4E-CC86-3A91-60CD-4147473B194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891FC9D6-5769-FB10-EA55-35D95BB4E61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577C18AA-8B0F-12F4-E767-1B262EBFECC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93DB78BD-BE2E-FD64-1D31-BF165DF5599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991440C2-8806-60A1-FA86-411A1FE8EBD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8AC05B16-DDD6-083A-765E-489F22967AF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27C0A531-1CDC-D03E-B2E4-3F988B5AC55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FF3C4E8E-521A-62C8-0BEE-BE22BADC858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B68A3395-6680-5658-9DAF-19CA423EA5A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FA166FE7-FB85-B53E-4B6B-054E1945288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437F3472-C11F-1385-433D-F2D94ABE0A1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C3D553C8-5374-A532-DD61-51D0E05F172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1EEAB0E7-27ED-4CB2-3A8F-2F5709C5EDD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E2072B4D-1CD7-17D8-F8FD-29B9936DB1B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C715300C-C42C-356A-31F6-ACB4CED98F1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3564F285-5574-1FF0-4F08-12881A95763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392C627B-8725-9CEC-FA60-E02492B1195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F3948734-1147-9105-F526-DEAA0D4453D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0141578D-AFFC-7B06-E8C7-38D39DDFF96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B6DDE74A-CEE3-2EAB-04F4-BA1BB33D5E5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BF96900B-38BE-3C91-0EAB-2C3FA498522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765AA070-E717-E741-1CAB-A6896EB6B19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EDB3E92B-6129-0AE9-C976-67B1EBDCFCC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08AEEB5C-D9F2-6EBC-9CBD-D5B34181A2B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6C31572A-1A44-159F-5628-C758EAA4E40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5EC6D21C-7655-C5A7-6337-85935CD58CB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016ABEA8-8F67-D3B6-CBDD-75A89C6882A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C5CF02FD-1F30-6E07-EA2B-294785E007B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E21D6D99-4A22-39F3-D24A-8BC1044BD5B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920F9460-51EC-1A14-F9E8-0D518B60752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CBA5EB6D-551A-2E35-07AE-E2FA10242B1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8365B054-8A07-6BFB-8687-559BA594FEC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6F027340-2493-3C27-7F88-CC42E98553D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309E26B0-C586-0FA5-8F6B-CD81B0B50CA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9E67F7ED-F9F7-1376-1011-8793333CC3F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108362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69FA7DB-B0C6-8BF6-5B1E-D8543C39A134}"/>
              </a:ext>
            </a:extLst>
          </p:cNvPr>
          <p:cNvSpPr/>
          <p:nvPr userDrawn="1"/>
        </p:nvSpPr>
        <p:spPr>
          <a:xfrm>
            <a:off x="6625042" y="2043430"/>
            <a:ext cx="4711931" cy="6824749"/>
          </a:xfrm>
          <a:prstGeom prst="roundRect">
            <a:avLst>
              <a:gd name="adj" fmla="val 50000"/>
            </a:avLst>
          </a:prstGeom>
          <a:gradFill>
            <a:gsLst>
              <a:gs pos="36000">
                <a:schemeClr val="bg1">
                  <a:alpha val="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A953A-40E4-5E10-9EA6-456FEE1FF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8408" y="2011680"/>
            <a:ext cx="4937760" cy="461665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D68330-9A61-74C5-2C72-A20EB5DB4B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8408" y="2560320"/>
            <a:ext cx="4937760" cy="3429000"/>
          </a:xfrm>
        </p:spPr>
        <p:txBody>
          <a:bodyPr/>
          <a:lstStyle>
            <a:lvl1pPr marL="228600" indent="-228600">
              <a:buClr>
                <a:schemeClr val="accent2"/>
              </a:buClr>
              <a:buFont typeface="System Font Regular"/>
              <a:buChar char="●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8AE252-1BF3-96D7-FC15-7F26863D1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7938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95B57B-F037-AD20-DB04-A03CF85A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3D8C84F-8C17-7483-1AF4-4843F1A7E61E}"/>
              </a:ext>
            </a:extLst>
          </p:cNvPr>
          <p:cNvSpPr/>
          <p:nvPr userDrawn="1"/>
        </p:nvSpPr>
        <p:spPr>
          <a:xfrm flipV="1">
            <a:off x="914400" y="671565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E0E2B96-4346-5459-6E49-205997FEBDD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2960" y="914400"/>
            <a:ext cx="10515600" cy="646331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C37104C-5E74-3EE2-49E7-E2FA7D5A88D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22957" y="457200"/>
            <a:ext cx="10515600" cy="2539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050" b="0" i="0" kern="1200" dirty="0" smtClean="0">
                <a:solidFill>
                  <a:schemeClr val="tx1"/>
                </a:solidFill>
                <a:latin typeface="Nunito" pitchFamily="2" charset="77"/>
                <a:ea typeface="+mn-ea"/>
                <a:cs typeface="+mn-cs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Chapter Name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9A51B45-8516-9485-4B21-F582A24ED7DA}"/>
              </a:ext>
            </a:extLst>
          </p:cNvPr>
          <p:cNvSpPr/>
          <p:nvPr userDrawn="1"/>
        </p:nvSpPr>
        <p:spPr>
          <a:xfrm rot="5400000" flipV="1">
            <a:off x="854964" y="2228796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DE30F8-FE41-D9C9-B474-BB62272D14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424920"/>
            <a:ext cx="1655064" cy="227985"/>
          </a:xfrm>
          <a:prstGeom prst="rect">
            <a:avLst/>
          </a:prstGeom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A5C47D-E2DC-8EEF-05C9-F5F383C330D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24638" y="2043430"/>
            <a:ext cx="4723860" cy="3945890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1A84676-605E-1AD3-03CD-3C2C5FF245C4}"/>
              </a:ext>
            </a:extLst>
          </p:cNvPr>
          <p:cNvGrpSpPr/>
          <p:nvPr userDrawn="1"/>
        </p:nvGrpSpPr>
        <p:grpSpPr>
          <a:xfrm>
            <a:off x="10995571" y="-508"/>
            <a:ext cx="1197102" cy="1512786"/>
            <a:chOff x="7556500" y="1881188"/>
            <a:chExt cx="1197102" cy="1512786"/>
          </a:xfrm>
          <a:solidFill>
            <a:schemeClr val="accent2"/>
          </a:solidFill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EE20B10-BAEB-4C37-57E6-D38D038A03A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3BF4A52-FFCA-C0A7-3B69-C32942BF97A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547185A-7C7B-626C-3951-2E528B8EC31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3E0E4D3-6D77-D9BD-7481-57DD98BA0C7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01EAB00-F74F-CC8C-7B13-79BCB7EC9FA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6DE5A1F-CC24-DC93-7A10-2C756DEE05F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8EAB7AE-3832-E227-91C3-1797A4C5C79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F759955-51B0-F21D-588D-6C28BD3D8B7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FF44DEE-A2BB-1277-972E-C2FCA48521C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F8343AD-477C-D66F-B797-FD2FD3C80DC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F000A35-E5E1-5E5E-DD68-062F3A313A2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A0AB41A-AFC6-84F3-77B6-062AB7FA3BB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DB3988A9-8341-47FB-B3D6-76139E6AB39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AB9658A-9EB7-C933-D197-2D78CFD792E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D6B89543-ABFD-CA4C-FF60-A476F102659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49B7032E-5892-D0F0-9131-60B86443ABE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F5675271-9D80-AA36-47B3-B9386F11AAB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A2D17EE2-1A1D-929D-8C5F-7364ACD952B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24EE329-132A-DC98-823E-1866D4B2942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9D72D869-253C-55AB-662F-D5AA993665D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29F58309-3A59-7383-8A6B-560E7ECF0CD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664D6E7B-8E0D-30A5-82D1-606581FC9B8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F5ACF42-628D-D122-C9D2-2C7E6C9E4DF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CDC110D9-5294-6968-F8DB-17184362591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888BBD11-1032-E164-5E7A-C6EBA95B9CA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135AF11-6D53-274D-80D3-A38B4E89602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534CD9A8-280B-8628-52C8-1E3279DC90C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68B6E1C5-F6C9-B10F-49F0-8CD2E2B2E3E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BB6FC588-5BD2-4052-366E-ED059A9951B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38BF5959-C085-0E1B-A700-6FDAD02E0EB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07AC677-787C-BE73-08D1-E217BBE200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5806462A-29AA-DFB3-112E-4FE8B872EE3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193FAFEF-CC17-B744-1854-B06B6375FE6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5D31D8AE-67E2-E490-1E3C-4C93FADC522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F8DDD43E-7C64-CCA1-A7A8-A16A7207331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29B90E91-17F1-06DE-7994-80037DE6EED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470E36B9-1A06-DCB4-8D7B-447489AE52F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AFDBD809-646C-1FD6-17E7-A63FA12CD2B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0A19DF9-D727-94BC-398E-22EBAF063EC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751FD83F-6D57-5BE0-AF76-37557C94A94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6FE3DAD9-836C-FD7F-86DD-D9B8D088C14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ABC415FB-E6AE-EDC4-832D-D8EBAAAA5A5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0E9751F1-A541-338E-7F82-4F9DDDF70E3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BB8B36FB-8B17-42E6-BCFB-4FCFFE4F4EA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A4E9914D-EFBE-B004-3440-3EF0CA5CA40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85A2064D-A11E-9C14-8F8F-61994573C1A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F83F31EB-F1AE-654B-950A-D8CA62A8D60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64F2F69E-2FA6-E099-099B-56DA4410EB6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5F9BE777-4978-5978-3119-8FF6D195A48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717145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7D1CAC1-FDC8-3458-8C26-C0D4C0EF8747}"/>
              </a:ext>
            </a:extLst>
          </p:cNvPr>
          <p:cNvSpPr/>
          <p:nvPr userDrawn="1"/>
        </p:nvSpPr>
        <p:spPr>
          <a:xfrm rot="16200000">
            <a:off x="7819161" y="366207"/>
            <a:ext cx="4435703" cy="6824749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A953A-40E4-5E10-9EA6-456FEE1FF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8408" y="2011680"/>
            <a:ext cx="4937760" cy="461665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D68330-9A61-74C5-2C72-A20EB5DB4B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8408" y="2560320"/>
            <a:ext cx="4937760" cy="3429000"/>
          </a:xfrm>
        </p:spPr>
        <p:txBody>
          <a:bodyPr/>
          <a:lstStyle>
            <a:lvl1pPr marL="228600" indent="-228600">
              <a:buClr>
                <a:schemeClr val="accent2"/>
              </a:buClr>
              <a:buFont typeface="System Font Regular"/>
              <a:buChar char="●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8AE252-1BF3-96D7-FC15-7F26863D1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7938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95B57B-F037-AD20-DB04-A03CF85A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3D8C84F-8C17-7483-1AF4-4843F1A7E61E}"/>
              </a:ext>
            </a:extLst>
          </p:cNvPr>
          <p:cNvSpPr/>
          <p:nvPr userDrawn="1"/>
        </p:nvSpPr>
        <p:spPr>
          <a:xfrm flipV="1">
            <a:off x="914400" y="671565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E0E2B96-4346-5459-6E49-205997FEBDD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2960" y="914400"/>
            <a:ext cx="10515600" cy="646331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C37104C-5E74-3EE2-49E7-E2FA7D5A88D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22957" y="457200"/>
            <a:ext cx="10515600" cy="2539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050" b="0" i="0" kern="1200" dirty="0" smtClean="0">
                <a:solidFill>
                  <a:schemeClr val="tx1"/>
                </a:solidFill>
                <a:latin typeface="Nunito" pitchFamily="2" charset="77"/>
                <a:ea typeface="+mn-ea"/>
                <a:cs typeface="+mn-cs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Chapter Name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9A51B45-8516-9485-4B21-F582A24ED7DA}"/>
              </a:ext>
            </a:extLst>
          </p:cNvPr>
          <p:cNvSpPr/>
          <p:nvPr userDrawn="1"/>
        </p:nvSpPr>
        <p:spPr>
          <a:xfrm rot="5400000" flipV="1">
            <a:off x="854964" y="2228796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DE30F8-FE41-D9C9-B474-BB62272D14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424920"/>
            <a:ext cx="1655064" cy="227985"/>
          </a:xfrm>
          <a:prstGeom prst="rect">
            <a:avLst/>
          </a:prstGeom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A5C47D-E2DC-8EEF-05C9-F5F383C330D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24638" y="2043430"/>
            <a:ext cx="4723860" cy="3945890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1A84676-605E-1AD3-03CD-3C2C5FF245C4}"/>
              </a:ext>
            </a:extLst>
          </p:cNvPr>
          <p:cNvGrpSpPr/>
          <p:nvPr userDrawn="1"/>
        </p:nvGrpSpPr>
        <p:grpSpPr>
          <a:xfrm>
            <a:off x="10995571" y="-508"/>
            <a:ext cx="1197102" cy="1512786"/>
            <a:chOff x="7556500" y="1881188"/>
            <a:chExt cx="1197102" cy="1512786"/>
          </a:xfrm>
          <a:solidFill>
            <a:schemeClr val="accent2"/>
          </a:solidFill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EE20B10-BAEB-4C37-57E6-D38D038A03A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3BF4A52-FFCA-C0A7-3B69-C32942BF97A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547185A-7C7B-626C-3951-2E528B8EC31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3E0E4D3-6D77-D9BD-7481-57DD98BA0C7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01EAB00-F74F-CC8C-7B13-79BCB7EC9FA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6DE5A1F-CC24-DC93-7A10-2C756DEE05F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8EAB7AE-3832-E227-91C3-1797A4C5C79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F759955-51B0-F21D-588D-6C28BD3D8B7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FF44DEE-A2BB-1277-972E-C2FCA48521C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F8343AD-477C-D66F-B797-FD2FD3C80DC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F000A35-E5E1-5E5E-DD68-062F3A313A2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A0AB41A-AFC6-84F3-77B6-062AB7FA3BB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DB3988A9-8341-47FB-B3D6-76139E6AB39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AB9658A-9EB7-C933-D197-2D78CFD792E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D6B89543-ABFD-CA4C-FF60-A476F102659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49B7032E-5892-D0F0-9131-60B86443ABE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F5675271-9D80-AA36-47B3-B9386F11AAB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A2D17EE2-1A1D-929D-8C5F-7364ACD952B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24EE329-132A-DC98-823E-1866D4B2942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9D72D869-253C-55AB-662F-D5AA993665D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29F58309-3A59-7383-8A6B-560E7ECF0CD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664D6E7B-8E0D-30A5-82D1-606581FC9B8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F5ACF42-628D-D122-C9D2-2C7E6C9E4DF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CDC110D9-5294-6968-F8DB-17184362591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888BBD11-1032-E164-5E7A-C6EBA95B9CA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135AF11-6D53-274D-80D3-A38B4E89602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534CD9A8-280B-8628-52C8-1E3279DC90C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68B6E1C5-F6C9-B10F-49F0-8CD2E2B2E3E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BB6FC588-5BD2-4052-366E-ED059A9951B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38BF5959-C085-0E1B-A700-6FDAD02E0EB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07AC677-787C-BE73-08D1-E217BBE200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5806462A-29AA-DFB3-112E-4FE8B872EE3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193FAFEF-CC17-B744-1854-B06B6375FE6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5D31D8AE-67E2-E490-1E3C-4C93FADC522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F8DDD43E-7C64-CCA1-A7A8-A16A7207331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29B90E91-17F1-06DE-7994-80037DE6EED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470E36B9-1A06-DCB4-8D7B-447489AE52F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AFDBD809-646C-1FD6-17E7-A63FA12CD2B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0A19DF9-D727-94BC-398E-22EBAF063EC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751FD83F-6D57-5BE0-AF76-37557C94A94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6FE3DAD9-836C-FD7F-86DD-D9B8D088C14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ABC415FB-E6AE-EDC4-832D-D8EBAAAA5A5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0E9751F1-A541-338E-7F82-4F9DDDF70E3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BB8B36FB-8B17-42E6-BCFB-4FCFFE4F4EA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A4E9914D-EFBE-B004-3440-3EF0CA5CA40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85A2064D-A11E-9C14-8F8F-61994573C1A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F83F31EB-F1AE-654B-950A-D8CA62A8D60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64F2F69E-2FA6-E099-099B-56DA4410EB6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5F9BE777-4978-5978-3119-8FF6D195A48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403525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69FA7DB-B0C6-8BF6-5B1E-D8543C39A134}"/>
              </a:ext>
            </a:extLst>
          </p:cNvPr>
          <p:cNvSpPr/>
          <p:nvPr userDrawn="1"/>
        </p:nvSpPr>
        <p:spPr>
          <a:xfrm>
            <a:off x="978408" y="2039112"/>
            <a:ext cx="4711931" cy="6824749"/>
          </a:xfrm>
          <a:prstGeom prst="roundRect">
            <a:avLst>
              <a:gd name="adj" fmla="val 50000"/>
            </a:avLst>
          </a:prstGeom>
          <a:gradFill>
            <a:gsLst>
              <a:gs pos="36000">
                <a:schemeClr val="bg1">
                  <a:alpha val="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A953A-40E4-5E10-9EA6-456FEE1FF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19425" y="2011680"/>
            <a:ext cx="4937760" cy="461665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D68330-9A61-74C5-2C72-A20EB5DB4B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19425" y="2560320"/>
            <a:ext cx="4937760" cy="3429000"/>
          </a:xfrm>
        </p:spPr>
        <p:txBody>
          <a:bodyPr/>
          <a:lstStyle>
            <a:lvl1pPr marL="228600" indent="-228600">
              <a:buClr>
                <a:schemeClr val="accent2"/>
              </a:buClr>
              <a:buFont typeface="System Font Regular"/>
              <a:buChar char="●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8AE252-1BF3-96D7-FC15-7F26863D1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7938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95B57B-F037-AD20-DB04-A03CF85A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3D8C84F-8C17-7483-1AF4-4843F1A7E61E}"/>
              </a:ext>
            </a:extLst>
          </p:cNvPr>
          <p:cNvSpPr/>
          <p:nvPr userDrawn="1"/>
        </p:nvSpPr>
        <p:spPr>
          <a:xfrm flipV="1">
            <a:off x="914400" y="671565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E0E2B96-4346-5459-6E49-205997FEBDD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2960" y="914400"/>
            <a:ext cx="10515600" cy="646331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C37104C-5E74-3EE2-49E7-E2FA7D5A88D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22957" y="457200"/>
            <a:ext cx="10515600" cy="2539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050" b="0" i="0" kern="1200" dirty="0" smtClean="0">
                <a:solidFill>
                  <a:schemeClr val="tx1"/>
                </a:solidFill>
                <a:latin typeface="Nunito" pitchFamily="2" charset="77"/>
                <a:ea typeface="+mn-ea"/>
                <a:cs typeface="+mn-cs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Chapter Name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9A51B45-8516-9485-4B21-F582A24ED7DA}"/>
              </a:ext>
            </a:extLst>
          </p:cNvPr>
          <p:cNvSpPr/>
          <p:nvPr userDrawn="1"/>
        </p:nvSpPr>
        <p:spPr>
          <a:xfrm rot="5400000" flipV="1">
            <a:off x="6495981" y="2228796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DE30F8-FE41-D9C9-B474-BB62272D14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424920"/>
            <a:ext cx="1655064" cy="227985"/>
          </a:xfrm>
          <a:prstGeom prst="rect">
            <a:avLst/>
          </a:prstGeom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A5C47D-E2DC-8EEF-05C9-F5F383C330D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78408" y="2039112"/>
            <a:ext cx="4723860" cy="3945890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1A84676-605E-1AD3-03CD-3C2C5FF245C4}"/>
              </a:ext>
            </a:extLst>
          </p:cNvPr>
          <p:cNvGrpSpPr/>
          <p:nvPr userDrawn="1"/>
        </p:nvGrpSpPr>
        <p:grpSpPr>
          <a:xfrm>
            <a:off x="10995571" y="-508"/>
            <a:ext cx="1197102" cy="1512786"/>
            <a:chOff x="7556500" y="1881188"/>
            <a:chExt cx="1197102" cy="1512786"/>
          </a:xfrm>
          <a:solidFill>
            <a:schemeClr val="accent2"/>
          </a:solidFill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EE20B10-BAEB-4C37-57E6-D38D038A03A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3BF4A52-FFCA-C0A7-3B69-C32942BF97A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547185A-7C7B-626C-3951-2E528B8EC31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3E0E4D3-6D77-D9BD-7481-57DD98BA0C7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01EAB00-F74F-CC8C-7B13-79BCB7EC9FA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6DE5A1F-CC24-DC93-7A10-2C756DEE05F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8EAB7AE-3832-E227-91C3-1797A4C5C79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F759955-51B0-F21D-588D-6C28BD3D8B7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FF44DEE-A2BB-1277-972E-C2FCA48521C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F8343AD-477C-D66F-B797-FD2FD3C80DC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F000A35-E5E1-5E5E-DD68-062F3A313A2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A0AB41A-AFC6-84F3-77B6-062AB7FA3BB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DB3988A9-8341-47FB-B3D6-76139E6AB39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AB9658A-9EB7-C933-D197-2D78CFD792E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D6B89543-ABFD-CA4C-FF60-A476F102659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49B7032E-5892-D0F0-9131-60B86443ABE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F5675271-9D80-AA36-47B3-B9386F11AAB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A2D17EE2-1A1D-929D-8C5F-7364ACD952B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24EE329-132A-DC98-823E-1866D4B2942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9D72D869-253C-55AB-662F-D5AA993665D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29F58309-3A59-7383-8A6B-560E7ECF0CD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664D6E7B-8E0D-30A5-82D1-606581FC9B8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F5ACF42-628D-D122-C9D2-2C7E6C9E4DF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CDC110D9-5294-6968-F8DB-17184362591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888BBD11-1032-E164-5E7A-C6EBA95B9CA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135AF11-6D53-274D-80D3-A38B4E89602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534CD9A8-280B-8628-52C8-1E3279DC90C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68B6E1C5-F6C9-B10F-49F0-8CD2E2B2E3E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BB6FC588-5BD2-4052-366E-ED059A9951B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38BF5959-C085-0E1B-A700-6FDAD02E0EB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07AC677-787C-BE73-08D1-E217BBE200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5806462A-29AA-DFB3-112E-4FE8B872EE3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193FAFEF-CC17-B744-1854-B06B6375FE6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5D31D8AE-67E2-E490-1E3C-4C93FADC522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F8DDD43E-7C64-CCA1-A7A8-A16A7207331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29B90E91-17F1-06DE-7994-80037DE6EED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470E36B9-1A06-DCB4-8D7B-447489AE52F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AFDBD809-646C-1FD6-17E7-A63FA12CD2B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0A19DF9-D727-94BC-398E-22EBAF063EC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751FD83F-6D57-5BE0-AF76-37557C94A94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6FE3DAD9-836C-FD7F-86DD-D9B8D088C14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ABC415FB-E6AE-EDC4-832D-D8EBAAAA5A5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0E9751F1-A541-338E-7F82-4F9DDDF70E3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BB8B36FB-8B17-42E6-BCFB-4FCFFE4F4EA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A4E9914D-EFBE-B004-3440-3EF0CA5CA40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85A2064D-A11E-9C14-8F8F-61994573C1A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F83F31EB-F1AE-654B-950A-D8CA62A8D60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64F2F69E-2FA6-E099-099B-56DA4410EB6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5F9BE777-4978-5978-3119-8FF6D195A48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182666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D51535B-1DF2-F5D3-21D8-DA0CD572ED60}"/>
              </a:ext>
            </a:extLst>
          </p:cNvPr>
          <p:cNvSpPr/>
          <p:nvPr userDrawn="1"/>
        </p:nvSpPr>
        <p:spPr>
          <a:xfrm rot="5400000">
            <a:off x="87872" y="366207"/>
            <a:ext cx="4435703" cy="6824749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A953A-40E4-5E10-9EA6-456FEE1FF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19425" y="2011680"/>
            <a:ext cx="4937760" cy="461665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D68330-9A61-74C5-2C72-A20EB5DB4B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19425" y="2560320"/>
            <a:ext cx="4937760" cy="3429000"/>
          </a:xfrm>
        </p:spPr>
        <p:txBody>
          <a:bodyPr/>
          <a:lstStyle>
            <a:lvl1pPr marL="228600" indent="-228600">
              <a:buClr>
                <a:schemeClr val="accent2"/>
              </a:buClr>
              <a:buFont typeface="System Font Regular"/>
              <a:buChar char="●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8AE252-1BF3-96D7-FC15-7F26863D1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7938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95B57B-F037-AD20-DB04-A03CF85A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3D8C84F-8C17-7483-1AF4-4843F1A7E61E}"/>
              </a:ext>
            </a:extLst>
          </p:cNvPr>
          <p:cNvSpPr/>
          <p:nvPr userDrawn="1"/>
        </p:nvSpPr>
        <p:spPr>
          <a:xfrm flipV="1">
            <a:off x="914400" y="671565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E0E2B96-4346-5459-6E49-205997FEBDD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2960" y="914400"/>
            <a:ext cx="10515600" cy="646331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C37104C-5E74-3EE2-49E7-E2FA7D5A88D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22957" y="457200"/>
            <a:ext cx="10515600" cy="2539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050" b="0" i="0" kern="1200" dirty="0" smtClean="0">
                <a:solidFill>
                  <a:schemeClr val="tx1"/>
                </a:solidFill>
                <a:latin typeface="Nunito" pitchFamily="2" charset="77"/>
                <a:ea typeface="+mn-ea"/>
                <a:cs typeface="+mn-cs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Chapter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DE30F8-FE41-D9C9-B474-BB62272D14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424920"/>
            <a:ext cx="1655064" cy="227985"/>
          </a:xfrm>
          <a:prstGeom prst="rect">
            <a:avLst/>
          </a:prstGeom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A5C47D-E2DC-8EEF-05C9-F5F383C330D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78408" y="2039112"/>
            <a:ext cx="4723860" cy="3945890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1A84676-605E-1AD3-03CD-3C2C5FF245C4}"/>
              </a:ext>
            </a:extLst>
          </p:cNvPr>
          <p:cNvGrpSpPr/>
          <p:nvPr userDrawn="1"/>
        </p:nvGrpSpPr>
        <p:grpSpPr>
          <a:xfrm>
            <a:off x="10995571" y="-508"/>
            <a:ext cx="1197102" cy="1512786"/>
            <a:chOff x="7556500" y="1881188"/>
            <a:chExt cx="1197102" cy="1512786"/>
          </a:xfrm>
          <a:solidFill>
            <a:schemeClr val="accent2"/>
          </a:solidFill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EE20B10-BAEB-4C37-57E6-D38D038A03A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3BF4A52-FFCA-C0A7-3B69-C32942BF97A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547185A-7C7B-626C-3951-2E528B8EC31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3E0E4D3-6D77-D9BD-7481-57DD98BA0C7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01EAB00-F74F-CC8C-7B13-79BCB7EC9FA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6DE5A1F-CC24-DC93-7A10-2C756DEE05F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8EAB7AE-3832-E227-91C3-1797A4C5C79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F759955-51B0-F21D-588D-6C28BD3D8B7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FF44DEE-A2BB-1277-972E-C2FCA48521C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F8343AD-477C-D66F-B797-FD2FD3C80DC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F000A35-E5E1-5E5E-DD68-062F3A313A2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A0AB41A-AFC6-84F3-77B6-062AB7FA3BB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DB3988A9-8341-47FB-B3D6-76139E6AB39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AB9658A-9EB7-C933-D197-2D78CFD792E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D6B89543-ABFD-CA4C-FF60-A476F102659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49B7032E-5892-D0F0-9131-60B86443ABE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F5675271-9D80-AA36-47B3-B9386F11AAB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A2D17EE2-1A1D-929D-8C5F-7364ACD952B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24EE329-132A-DC98-823E-1866D4B2942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9D72D869-253C-55AB-662F-D5AA993665D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29F58309-3A59-7383-8A6B-560E7ECF0CD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664D6E7B-8E0D-30A5-82D1-606581FC9B8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F5ACF42-628D-D122-C9D2-2C7E6C9E4DF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CDC110D9-5294-6968-F8DB-17184362591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888BBD11-1032-E164-5E7A-C6EBA95B9CA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135AF11-6D53-274D-80D3-A38B4E89602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534CD9A8-280B-8628-52C8-1E3279DC90C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68B6E1C5-F6C9-B10F-49F0-8CD2E2B2E3E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BB6FC588-5BD2-4052-366E-ED059A9951B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38BF5959-C085-0E1B-A700-6FDAD02E0EB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07AC677-787C-BE73-08D1-E217BBE200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5806462A-29AA-DFB3-112E-4FE8B872EE3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193FAFEF-CC17-B744-1854-B06B6375FE6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5D31D8AE-67E2-E490-1E3C-4C93FADC522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F8DDD43E-7C64-CCA1-A7A8-A16A7207331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29B90E91-17F1-06DE-7994-80037DE6EED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470E36B9-1A06-DCB4-8D7B-447489AE52F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AFDBD809-646C-1FD6-17E7-A63FA12CD2B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0A19DF9-D727-94BC-398E-22EBAF063EC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751FD83F-6D57-5BE0-AF76-37557C94A94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6FE3DAD9-836C-FD7F-86DD-D9B8D088C14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ABC415FB-E6AE-EDC4-832D-D8EBAAAA5A5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0E9751F1-A541-338E-7F82-4F9DDDF70E3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BB8B36FB-8B17-42E6-BCFB-4FCFFE4F4EA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A4E9914D-EFBE-B004-3440-3EF0CA5CA40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85A2064D-A11E-9C14-8F8F-61994573C1A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F83F31EB-F1AE-654B-950A-D8CA62A8D60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64F2F69E-2FA6-E099-099B-56DA4410EB6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5F9BE777-4978-5978-3119-8FF6D195A48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9C84E35-57F6-D4CC-1632-11A390BA4711}"/>
              </a:ext>
            </a:extLst>
          </p:cNvPr>
          <p:cNvSpPr/>
          <p:nvPr userDrawn="1"/>
        </p:nvSpPr>
        <p:spPr>
          <a:xfrm rot="5400000" flipV="1">
            <a:off x="6495981" y="2228796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75586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69FA7DB-B0C6-8BF6-5B1E-D8543C39A134}"/>
              </a:ext>
            </a:extLst>
          </p:cNvPr>
          <p:cNvSpPr/>
          <p:nvPr userDrawn="1"/>
        </p:nvSpPr>
        <p:spPr>
          <a:xfrm rot="16200000">
            <a:off x="7819161" y="366207"/>
            <a:ext cx="4435703" cy="6824749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A953A-40E4-5E10-9EA6-456FEE1FF57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78408" y="2011680"/>
            <a:ext cx="2286000" cy="81358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D68330-9A61-74C5-2C72-A20EB5DB4B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8408" y="2919046"/>
            <a:ext cx="2286000" cy="3024554"/>
          </a:xfrm>
        </p:spPr>
        <p:txBody>
          <a:bodyPr/>
          <a:lstStyle>
            <a:lvl1pPr marL="228600" indent="-228600">
              <a:buClr>
                <a:schemeClr val="accent2"/>
              </a:buClr>
              <a:buFont typeface="System Font Regular"/>
              <a:buChar char="●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8AE252-1BF3-96D7-FC15-7F26863D1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7938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95B57B-F037-AD20-DB04-A03CF85A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3D8C84F-8C17-7483-1AF4-4843F1A7E61E}"/>
              </a:ext>
            </a:extLst>
          </p:cNvPr>
          <p:cNvSpPr/>
          <p:nvPr userDrawn="1"/>
        </p:nvSpPr>
        <p:spPr>
          <a:xfrm flipV="1">
            <a:off x="914400" y="671565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E0E2B96-4346-5459-6E49-205997FEBDD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2960" y="914400"/>
            <a:ext cx="10515600" cy="646331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C37104C-5E74-3EE2-49E7-E2FA7D5A88D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22957" y="457200"/>
            <a:ext cx="10515600" cy="2539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050" b="0" i="0" kern="1200" dirty="0" smtClean="0">
                <a:solidFill>
                  <a:schemeClr val="tx1"/>
                </a:solidFill>
                <a:latin typeface="Nunito" pitchFamily="2" charset="77"/>
                <a:ea typeface="+mn-ea"/>
                <a:cs typeface="+mn-cs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Chapter Name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9A51B45-8516-9485-4B21-F582A24ED7DA}"/>
              </a:ext>
            </a:extLst>
          </p:cNvPr>
          <p:cNvSpPr/>
          <p:nvPr userDrawn="1"/>
        </p:nvSpPr>
        <p:spPr>
          <a:xfrm rot="5400000" flipV="1">
            <a:off x="672084" y="2404755"/>
            <a:ext cx="64008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DE30F8-FE41-D9C9-B474-BB62272D14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424920"/>
            <a:ext cx="1655064" cy="227985"/>
          </a:xfrm>
          <a:prstGeom prst="rect">
            <a:avLst/>
          </a:prstGeom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A5C47D-E2DC-8EEF-05C9-F5F383C330D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24638" y="2043430"/>
            <a:ext cx="4723860" cy="394589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8" name="Text Placeholder 2">
            <a:extLst>
              <a:ext uri="{FF2B5EF4-FFF2-40B4-BE49-F238E27FC236}">
                <a16:creationId xmlns:a16="http://schemas.microsoft.com/office/drawing/2014/main" id="{E3D4066F-21EB-36B6-35ED-34B7ED5957F9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651270" y="2011680"/>
            <a:ext cx="2286000" cy="81358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styles</a:t>
            </a:r>
          </a:p>
        </p:txBody>
      </p:sp>
      <p:sp>
        <p:nvSpPr>
          <p:cNvPr id="119" name="Content Placeholder 3">
            <a:extLst>
              <a:ext uri="{FF2B5EF4-FFF2-40B4-BE49-F238E27FC236}">
                <a16:creationId xmlns:a16="http://schemas.microsoft.com/office/drawing/2014/main" id="{A05D617A-FB66-98D9-669C-61F1E068DDDF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3651270" y="2919046"/>
            <a:ext cx="2286000" cy="3024554"/>
          </a:xfrm>
        </p:spPr>
        <p:txBody>
          <a:bodyPr/>
          <a:lstStyle>
            <a:lvl1pPr marL="228600" indent="-228600">
              <a:buClr>
                <a:schemeClr val="accent2"/>
              </a:buClr>
              <a:buFont typeface="System Font Regular"/>
              <a:buChar char="●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id="{1F7592F7-B58A-0C9A-055E-2582567E1BF2}"/>
              </a:ext>
            </a:extLst>
          </p:cNvPr>
          <p:cNvSpPr/>
          <p:nvPr userDrawn="1"/>
        </p:nvSpPr>
        <p:spPr>
          <a:xfrm rot="5400000" flipV="1">
            <a:off x="3344946" y="2404755"/>
            <a:ext cx="64008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598C7200-94FA-B0DC-076A-F199EA69023A}"/>
              </a:ext>
            </a:extLst>
          </p:cNvPr>
          <p:cNvGrpSpPr/>
          <p:nvPr userDrawn="1"/>
        </p:nvGrpSpPr>
        <p:grpSpPr>
          <a:xfrm>
            <a:off x="10995571" y="-508"/>
            <a:ext cx="1197102" cy="1512786"/>
            <a:chOff x="7556500" y="1881188"/>
            <a:chExt cx="1197102" cy="1512786"/>
          </a:xfrm>
          <a:solidFill>
            <a:schemeClr val="accent2"/>
          </a:solidFill>
        </p:grpSpPr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45EE0C05-E034-307E-7810-CD78B792994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33D2506A-02AD-C771-2DD7-B46D3AE8F06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34057F00-1DB1-FC04-DECC-327925F9A3C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E00161BB-AEFA-51AC-D5E3-1B58F192675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F4D61835-ED68-9982-26ED-0F0D6FD97E9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D2A6E489-22AD-EE04-B1EF-55EDDE45AE8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4E0839C8-A57F-1D30-3683-F0420B85F67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B7AAF542-A3AE-471F-F29D-2783C91A754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CAFBAF9E-E22C-EEBB-342E-E7C69504AAD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38C4C467-60C3-FE49-C636-17D205586F3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BA426689-5C8D-EE26-83B6-02430EACCC1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4BE0B16C-0A53-D4DD-43CD-32ADB46367A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FB3B6DC3-E4F7-52E2-E21D-353C471765A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2A5AE925-D87F-D409-7346-05BEAB49D10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06064276-D926-3C94-6DEE-9D946629200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9C868485-10A8-C21E-87E0-A6955E38A1A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D186387E-068C-A6CC-6BE4-CB430B84B85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40A04F83-8CBC-62FA-0259-FE1DD9BC9CB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A1ECF8B5-3D9E-6C38-3F57-F4771C4A571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32AE5562-0594-3298-4750-61102B1ADBA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F4248ADD-7969-8FEB-BF3D-597083A9978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832AFE0A-C6B4-554D-DA68-974CCA21BF3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FB152A26-F47F-E3BA-A6F1-940F025F705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B9952B13-0E6A-0A39-E9EF-E9399446894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BAABFF12-D103-361E-A9C4-B2FD8FA5E81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8C0619F7-F2FF-E517-E60D-9BDCA5BB954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FE2D1658-2ACE-F6DF-1233-F936736AB09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8C8F2E63-F27E-6069-4A74-71D338B34E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65BC4FDF-D3E3-75F4-4D2A-F185CF04BF9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75EADD84-6BF6-E74E-6F61-B39F54A0912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A414562A-DCA0-9AB8-7105-8CC38EFDF1C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AE4FE2DE-4A81-EA3E-18FC-26DA4C7E984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4604CD73-96D1-3FBF-A242-D519C179813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EE393D02-0CFE-6910-D0B9-D1644B5915B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A7EE4B86-C570-6F38-FE87-80C4DA53FA1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F5424CAA-BE9C-E0AD-9687-2A2950C8CC4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988977A9-6280-058F-8625-442E36BD8E4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349C67CC-7022-5162-6508-1FAC2178D65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B9D9158A-6E40-37CB-8B0F-ACA11BBB986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FE424BB9-8A8C-6968-BCDE-F52A0FE0AF9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9637192C-BF87-43F0-2A6C-EEFD4E8DBDC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C28851C0-5E21-A1D8-4FC9-0440CEBAA10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351B0E57-0676-8580-30D0-21D7C1F049F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BFFE7057-F75B-353F-FEDD-5265BD6614E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DDF02389-3E25-9576-FADC-47D88EBD0DD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205B86AE-B36E-3B77-FD5B-3C8D3496D32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580133C9-480D-B836-7284-7F99AEEE846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4C00C9FA-10A1-DF00-9313-204C3D6BAE7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D80D7F73-47E2-603D-ADCF-CF8F16F9671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90709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69FA7DB-B0C6-8BF6-5B1E-D8543C39A134}"/>
              </a:ext>
            </a:extLst>
          </p:cNvPr>
          <p:cNvSpPr/>
          <p:nvPr userDrawn="1"/>
        </p:nvSpPr>
        <p:spPr>
          <a:xfrm rot="16200000">
            <a:off x="7819161" y="366207"/>
            <a:ext cx="4435703" cy="6824749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A953A-40E4-5E10-9EA6-456FEE1FF57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78408" y="3108142"/>
            <a:ext cx="2286000" cy="81358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D68330-9A61-74C5-2C72-A20EB5DB4B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8408" y="4015508"/>
            <a:ext cx="2286000" cy="1928092"/>
          </a:xfrm>
        </p:spPr>
        <p:txBody>
          <a:bodyPr/>
          <a:lstStyle>
            <a:lvl1pPr marL="228600" indent="-228600">
              <a:buClr>
                <a:schemeClr val="accent2"/>
              </a:buClr>
              <a:buFont typeface="System Font Regular"/>
              <a:buChar char="●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8AE252-1BF3-96D7-FC15-7F26863D1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7938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95B57B-F037-AD20-DB04-A03CF85A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3D8C84F-8C17-7483-1AF4-4843F1A7E61E}"/>
              </a:ext>
            </a:extLst>
          </p:cNvPr>
          <p:cNvSpPr/>
          <p:nvPr userDrawn="1"/>
        </p:nvSpPr>
        <p:spPr>
          <a:xfrm flipV="1">
            <a:off x="914400" y="671565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E0E2B96-4346-5459-6E49-205997FEBDD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2960" y="914400"/>
            <a:ext cx="10515600" cy="646331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C37104C-5E74-3EE2-49E7-E2FA7D5A88D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22957" y="457200"/>
            <a:ext cx="10515600" cy="2539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050" b="0" i="0" kern="1200" dirty="0" smtClean="0">
                <a:solidFill>
                  <a:schemeClr val="tx1"/>
                </a:solidFill>
                <a:latin typeface="Nunito" pitchFamily="2" charset="77"/>
                <a:ea typeface="+mn-ea"/>
                <a:cs typeface="+mn-cs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Chapter Name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9A51B45-8516-9485-4B21-F582A24ED7DA}"/>
              </a:ext>
            </a:extLst>
          </p:cNvPr>
          <p:cNvSpPr/>
          <p:nvPr userDrawn="1"/>
        </p:nvSpPr>
        <p:spPr>
          <a:xfrm rot="5400000" flipV="1">
            <a:off x="672084" y="3501217"/>
            <a:ext cx="64008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DE30F8-FE41-D9C9-B474-BB62272D14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424920"/>
            <a:ext cx="1655064" cy="227985"/>
          </a:xfrm>
          <a:prstGeom prst="rect">
            <a:avLst/>
          </a:prstGeom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A5C47D-E2DC-8EEF-05C9-F5F383C330D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24638" y="2043430"/>
            <a:ext cx="4723860" cy="394589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3" name="Picture Placeholder 9">
            <a:extLst>
              <a:ext uri="{FF2B5EF4-FFF2-40B4-BE49-F238E27FC236}">
                <a16:creationId xmlns:a16="http://schemas.microsoft.com/office/drawing/2014/main" id="{38D3C2DA-8972-F6D5-0BF4-BC7468F2CA6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78408" y="2011680"/>
            <a:ext cx="2286000" cy="914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8" name="Text Placeholder 2">
            <a:extLst>
              <a:ext uri="{FF2B5EF4-FFF2-40B4-BE49-F238E27FC236}">
                <a16:creationId xmlns:a16="http://schemas.microsoft.com/office/drawing/2014/main" id="{E3D4066F-21EB-36B6-35ED-34B7ED5957F9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651270" y="3108142"/>
            <a:ext cx="2286000" cy="81358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styles</a:t>
            </a:r>
          </a:p>
        </p:txBody>
      </p:sp>
      <p:sp>
        <p:nvSpPr>
          <p:cNvPr id="119" name="Content Placeholder 3">
            <a:extLst>
              <a:ext uri="{FF2B5EF4-FFF2-40B4-BE49-F238E27FC236}">
                <a16:creationId xmlns:a16="http://schemas.microsoft.com/office/drawing/2014/main" id="{A05D617A-FB66-98D9-669C-61F1E068DDDF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3651270" y="4015508"/>
            <a:ext cx="2286000" cy="1928092"/>
          </a:xfrm>
        </p:spPr>
        <p:txBody>
          <a:bodyPr/>
          <a:lstStyle>
            <a:lvl1pPr marL="228600" indent="-228600">
              <a:buClr>
                <a:schemeClr val="accent2"/>
              </a:buClr>
              <a:buFont typeface="System Font Regular"/>
              <a:buChar char="●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id="{1F7592F7-B58A-0C9A-055E-2582567E1BF2}"/>
              </a:ext>
            </a:extLst>
          </p:cNvPr>
          <p:cNvSpPr/>
          <p:nvPr userDrawn="1"/>
        </p:nvSpPr>
        <p:spPr>
          <a:xfrm rot="5400000" flipV="1">
            <a:off x="3344946" y="3501217"/>
            <a:ext cx="64008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1" name="Picture Placeholder 9">
            <a:extLst>
              <a:ext uri="{FF2B5EF4-FFF2-40B4-BE49-F238E27FC236}">
                <a16:creationId xmlns:a16="http://schemas.microsoft.com/office/drawing/2014/main" id="{B8835699-0F56-790C-9015-6093E076F29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651270" y="2011680"/>
            <a:ext cx="2286000" cy="914400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598C7200-94FA-B0DC-076A-F199EA69023A}"/>
              </a:ext>
            </a:extLst>
          </p:cNvPr>
          <p:cNvGrpSpPr/>
          <p:nvPr userDrawn="1"/>
        </p:nvGrpSpPr>
        <p:grpSpPr>
          <a:xfrm>
            <a:off x="10995571" y="-508"/>
            <a:ext cx="1197102" cy="1512786"/>
            <a:chOff x="7556500" y="1881188"/>
            <a:chExt cx="1197102" cy="1512786"/>
          </a:xfrm>
          <a:solidFill>
            <a:schemeClr val="accent2"/>
          </a:solidFill>
        </p:grpSpPr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45EE0C05-E034-307E-7810-CD78B792994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33D2506A-02AD-C771-2DD7-B46D3AE8F06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34057F00-1DB1-FC04-DECC-327925F9A3C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E00161BB-AEFA-51AC-D5E3-1B58F192675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F4D61835-ED68-9982-26ED-0F0D6FD97E9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D2A6E489-22AD-EE04-B1EF-55EDDE45AE8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4E0839C8-A57F-1D30-3683-F0420B85F67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B7AAF542-A3AE-471F-F29D-2783C91A754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CAFBAF9E-E22C-EEBB-342E-E7C69504AAD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38C4C467-60C3-FE49-C636-17D205586F3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BA426689-5C8D-EE26-83B6-02430EACCC1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4BE0B16C-0A53-D4DD-43CD-32ADB46367A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FB3B6DC3-E4F7-52E2-E21D-353C471765A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2A5AE925-D87F-D409-7346-05BEAB49D10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06064276-D926-3C94-6DEE-9D946629200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9C868485-10A8-C21E-87E0-A6955E38A1A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D186387E-068C-A6CC-6BE4-CB430B84B85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40A04F83-8CBC-62FA-0259-FE1DD9BC9CB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A1ECF8B5-3D9E-6C38-3F57-F4771C4A571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32AE5562-0594-3298-4750-61102B1ADBA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F4248ADD-7969-8FEB-BF3D-597083A9978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832AFE0A-C6B4-554D-DA68-974CCA21BF3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FB152A26-F47F-E3BA-A6F1-940F025F705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B9952B13-0E6A-0A39-E9EF-E9399446894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BAABFF12-D103-361E-A9C4-B2FD8FA5E81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8C0619F7-F2FF-E517-E60D-9BDCA5BB954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FE2D1658-2ACE-F6DF-1233-F936736AB09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8C8F2E63-F27E-6069-4A74-71D338B34E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65BC4FDF-D3E3-75F4-4D2A-F185CF04BF9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75EADD84-6BF6-E74E-6F61-B39F54A0912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A414562A-DCA0-9AB8-7105-8CC38EFDF1C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AE4FE2DE-4A81-EA3E-18FC-26DA4C7E984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4604CD73-96D1-3FBF-A242-D519C179813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EE393D02-0CFE-6910-D0B9-D1644B5915B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A7EE4B86-C570-6F38-FE87-80C4DA53FA1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F5424CAA-BE9C-E0AD-9687-2A2950C8CC4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988977A9-6280-058F-8625-442E36BD8E4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349C67CC-7022-5162-6508-1FAC2178D65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B9D9158A-6E40-37CB-8B0F-ACA11BBB986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FE424BB9-8A8C-6968-BCDE-F52A0FE0AF9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9637192C-BF87-43F0-2A6C-EEFD4E8DBDC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C28851C0-5E21-A1D8-4FC9-0440CEBAA10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351B0E57-0676-8580-30D0-21D7C1F049F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BFFE7057-F75B-353F-FEDD-5265BD6614E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DDF02389-3E25-9576-FADC-47D88EBD0DD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205B86AE-B36E-3B77-FD5B-3C8D3496D32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580133C9-480D-B836-7284-7F99AEEE846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4C00C9FA-10A1-DF00-9313-204C3D6BAE7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D80D7F73-47E2-603D-ADCF-CF8F16F9671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1528295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A953A-40E4-5E10-9EA6-456FEE1FF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8408" y="2011680"/>
            <a:ext cx="2286000" cy="7078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D68330-9A61-74C5-2C72-A20EB5DB4B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8408" y="2816352"/>
            <a:ext cx="2286000" cy="914400"/>
          </a:xfrm>
        </p:spPr>
        <p:txBody>
          <a:bodyPr/>
          <a:lstStyle>
            <a:lvl1pPr marL="228600" indent="-228600">
              <a:buClr>
                <a:schemeClr val="accent2"/>
              </a:buClr>
              <a:buFont typeface="System Font Regular"/>
              <a:buChar char="●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8AE252-1BF3-96D7-FC15-7F26863D1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7938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95B57B-F037-AD20-DB04-A03CF85A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3D8C84F-8C17-7483-1AF4-4843F1A7E61E}"/>
              </a:ext>
            </a:extLst>
          </p:cNvPr>
          <p:cNvSpPr/>
          <p:nvPr userDrawn="1"/>
        </p:nvSpPr>
        <p:spPr>
          <a:xfrm flipV="1">
            <a:off x="914400" y="671565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E0E2B96-4346-5459-6E49-205997FEBDD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2960" y="914400"/>
            <a:ext cx="10515600" cy="646331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C37104C-5E74-3EE2-49E7-E2FA7D5A88D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22957" y="457200"/>
            <a:ext cx="10515600" cy="2539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050" b="0" i="0" kern="1200" dirty="0" smtClean="0">
                <a:solidFill>
                  <a:schemeClr val="tx1"/>
                </a:solidFill>
                <a:latin typeface="Nunito" pitchFamily="2" charset="77"/>
                <a:ea typeface="+mn-ea"/>
                <a:cs typeface="+mn-cs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Chapter Name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9A51B45-8516-9485-4B21-F582A24ED7DA}"/>
              </a:ext>
            </a:extLst>
          </p:cNvPr>
          <p:cNvSpPr/>
          <p:nvPr userDrawn="1"/>
        </p:nvSpPr>
        <p:spPr>
          <a:xfrm rot="5400000" flipV="1">
            <a:off x="717804" y="2351907"/>
            <a:ext cx="54864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DE30F8-FE41-D9C9-B474-BB62272D14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424920"/>
            <a:ext cx="1655064" cy="227985"/>
          </a:xfrm>
          <a:prstGeom prst="rect">
            <a:avLst/>
          </a:prstGeom>
        </p:spPr>
      </p:pic>
      <p:grpSp>
        <p:nvGrpSpPr>
          <p:cNvPr id="123" name="Group 122">
            <a:extLst>
              <a:ext uri="{FF2B5EF4-FFF2-40B4-BE49-F238E27FC236}">
                <a16:creationId xmlns:a16="http://schemas.microsoft.com/office/drawing/2014/main" id="{598C7200-94FA-B0DC-076A-F199EA69023A}"/>
              </a:ext>
            </a:extLst>
          </p:cNvPr>
          <p:cNvGrpSpPr/>
          <p:nvPr userDrawn="1"/>
        </p:nvGrpSpPr>
        <p:grpSpPr>
          <a:xfrm>
            <a:off x="10995571" y="-508"/>
            <a:ext cx="1197102" cy="1512786"/>
            <a:chOff x="7556500" y="1881188"/>
            <a:chExt cx="1197102" cy="1512786"/>
          </a:xfrm>
          <a:solidFill>
            <a:schemeClr val="accent2"/>
          </a:solidFill>
        </p:grpSpPr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45EE0C05-E034-307E-7810-CD78B792994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33D2506A-02AD-C771-2DD7-B46D3AE8F06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34057F00-1DB1-FC04-DECC-327925F9A3C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E00161BB-AEFA-51AC-D5E3-1B58F192675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F4D61835-ED68-9982-26ED-0F0D6FD97E9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D2A6E489-22AD-EE04-B1EF-55EDDE45AE8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4E0839C8-A57F-1D30-3683-F0420B85F67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B7AAF542-A3AE-471F-F29D-2783C91A754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CAFBAF9E-E22C-EEBB-342E-E7C69504AAD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38C4C467-60C3-FE49-C636-17D205586F3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BA426689-5C8D-EE26-83B6-02430EACCC1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4BE0B16C-0A53-D4DD-43CD-32ADB46367A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FB3B6DC3-E4F7-52E2-E21D-353C471765A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2A5AE925-D87F-D409-7346-05BEAB49D10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06064276-D926-3C94-6DEE-9D946629200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9C868485-10A8-C21E-87E0-A6955E38A1A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D186387E-068C-A6CC-6BE4-CB430B84B85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40A04F83-8CBC-62FA-0259-FE1DD9BC9CB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A1ECF8B5-3D9E-6C38-3F57-F4771C4A571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32AE5562-0594-3298-4750-61102B1ADBA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F4248ADD-7969-8FEB-BF3D-597083A9978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832AFE0A-C6B4-554D-DA68-974CCA21BF3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FB152A26-F47F-E3BA-A6F1-940F025F705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B9952B13-0E6A-0A39-E9EF-E9399446894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BAABFF12-D103-361E-A9C4-B2FD8FA5E81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8C0619F7-F2FF-E517-E60D-9BDCA5BB954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FE2D1658-2ACE-F6DF-1233-F936736AB09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8C8F2E63-F27E-6069-4A74-71D338B34E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65BC4FDF-D3E3-75F4-4D2A-F185CF04BF9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75EADD84-6BF6-E74E-6F61-B39F54A0912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A414562A-DCA0-9AB8-7105-8CC38EFDF1C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AE4FE2DE-4A81-EA3E-18FC-26DA4C7E984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4604CD73-96D1-3FBF-A242-D519C179813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EE393D02-0CFE-6910-D0B9-D1644B5915B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A7EE4B86-C570-6F38-FE87-80C4DA53FA1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F5424CAA-BE9C-E0AD-9687-2A2950C8CC4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988977A9-6280-058F-8625-442E36BD8E4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349C67CC-7022-5162-6508-1FAC2178D65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B9D9158A-6E40-37CB-8B0F-ACA11BBB986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FE424BB9-8A8C-6968-BCDE-F52A0FE0AF9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9637192C-BF87-43F0-2A6C-EEFD4E8DBDC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C28851C0-5E21-A1D8-4FC9-0440CEBAA10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351B0E57-0676-8580-30D0-21D7C1F049F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BFFE7057-F75B-353F-FEDD-5265BD6614E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DDF02389-3E25-9576-FADC-47D88EBD0DD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205B86AE-B36E-3B77-FD5B-3C8D3496D32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580133C9-480D-B836-7284-7F99AEEE846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4C00C9FA-10A1-DF00-9313-204C3D6BAE7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D80D7F73-47E2-603D-ADCF-CF8F16F9671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7B757E2-5AEA-C6A2-24E9-014F1760F99D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978408" y="4273250"/>
            <a:ext cx="2286000" cy="7078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591427DE-067C-894A-E459-28D4EFE750E4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78408" y="5074920"/>
            <a:ext cx="2286000" cy="914400"/>
          </a:xfrm>
        </p:spPr>
        <p:txBody>
          <a:bodyPr/>
          <a:lstStyle>
            <a:lvl1pPr marL="228600" indent="-228600">
              <a:buClr>
                <a:schemeClr val="accent2"/>
              </a:buClr>
              <a:buFont typeface="System Font Regular"/>
              <a:buChar char="●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79BB5C4-F541-F25A-A8E5-CE8CF2B0D419}"/>
              </a:ext>
            </a:extLst>
          </p:cNvPr>
          <p:cNvSpPr/>
          <p:nvPr userDrawn="1"/>
        </p:nvSpPr>
        <p:spPr>
          <a:xfrm rot="5400000" flipV="1">
            <a:off x="717804" y="4613477"/>
            <a:ext cx="54864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72A69C3-6A83-7A18-02F0-C9E5AF74CAA4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9039113" y="2011680"/>
            <a:ext cx="2286000" cy="7078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CC02860-F96A-496B-969B-80249A130972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9039113" y="2813350"/>
            <a:ext cx="2286000" cy="914400"/>
          </a:xfrm>
        </p:spPr>
        <p:txBody>
          <a:bodyPr/>
          <a:lstStyle>
            <a:lvl1pPr marL="228600" indent="-228600">
              <a:buClr>
                <a:schemeClr val="accent2"/>
              </a:buClr>
              <a:buFont typeface="System Font Regular"/>
              <a:buChar char="●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833A5BB-A701-56FF-BB37-FB067354659E}"/>
              </a:ext>
            </a:extLst>
          </p:cNvPr>
          <p:cNvSpPr/>
          <p:nvPr userDrawn="1"/>
        </p:nvSpPr>
        <p:spPr>
          <a:xfrm rot="5400000" flipV="1">
            <a:off x="8778509" y="2351907"/>
            <a:ext cx="54864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5F0F3DCD-D35A-AD11-1C1F-47AF590A15A7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9039113" y="4273250"/>
            <a:ext cx="2286000" cy="7078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EDA5AAA3-AA25-6ECC-6B22-4F945AB6DA09}"/>
              </a:ext>
            </a:extLst>
          </p:cNvPr>
          <p:cNvSpPr>
            <a:spLocks noGrp="1"/>
          </p:cNvSpPr>
          <p:nvPr>
            <p:ph sz="half" idx="25"/>
          </p:nvPr>
        </p:nvSpPr>
        <p:spPr>
          <a:xfrm>
            <a:off x="9039113" y="5074920"/>
            <a:ext cx="2286000" cy="914400"/>
          </a:xfrm>
        </p:spPr>
        <p:txBody>
          <a:bodyPr/>
          <a:lstStyle>
            <a:lvl1pPr marL="228600" indent="-228600">
              <a:buClr>
                <a:schemeClr val="accent2"/>
              </a:buClr>
              <a:buFont typeface="System Font Regular"/>
              <a:buChar char="●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F241EDD-C7B8-F31E-6C96-584A22E3F70F}"/>
              </a:ext>
            </a:extLst>
          </p:cNvPr>
          <p:cNvSpPr/>
          <p:nvPr userDrawn="1"/>
        </p:nvSpPr>
        <p:spPr>
          <a:xfrm rot="5400000" flipV="1">
            <a:off x="8778509" y="4613477"/>
            <a:ext cx="54864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0B87DB54-5F9D-92EA-8BFD-D17CB5FB6DEC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3673548" y="2011679"/>
            <a:ext cx="4937760" cy="4023360"/>
          </a:xfrm>
        </p:spPr>
        <p:txBody>
          <a:bodyPr/>
          <a:lstStyle>
            <a:lvl1pPr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819408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E03D740-713D-CA4D-2EED-C1E4898CF3E4}"/>
              </a:ext>
            </a:extLst>
          </p:cNvPr>
          <p:cNvSpPr/>
          <p:nvPr userDrawn="1"/>
        </p:nvSpPr>
        <p:spPr>
          <a:xfrm>
            <a:off x="0" y="0"/>
            <a:ext cx="512064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A9513A-C043-2FAD-6312-BB424AADA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7938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Template 2023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E073DF-7B73-D1DC-5CF8-5A626ED7D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1ED2F37-7833-7739-91B4-75666A625794}"/>
              </a:ext>
            </a:extLst>
          </p:cNvPr>
          <p:cNvSpPr/>
          <p:nvPr userDrawn="1"/>
        </p:nvSpPr>
        <p:spPr>
          <a:xfrm flipV="1">
            <a:off x="914400" y="671565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7D0E96A-7695-31D0-E5F9-6C92E5EF460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2960" y="914400"/>
            <a:ext cx="3931920" cy="1200329"/>
          </a:xfr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A5BC486-079E-7B96-4221-2D085B23994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22957" y="457200"/>
            <a:ext cx="10515600" cy="2539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050" b="0" i="0" kern="1200" dirty="0" smtClean="0">
                <a:solidFill>
                  <a:schemeClr val="tx1"/>
                </a:solidFill>
                <a:latin typeface="Nunito" pitchFamily="2" charset="77"/>
                <a:ea typeface="+mn-ea"/>
                <a:cs typeface="+mn-cs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Chapter Name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E9982D56-55A3-9752-EDB2-EC28BE1126FF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978408" y="2468880"/>
            <a:ext cx="3776472" cy="461665"/>
          </a:xfrm>
        </p:spPr>
        <p:txBody>
          <a:bodyPr wrap="square" anchor="t">
            <a:no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EACE8C75-5597-3137-69C6-B442B27E0E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8408" y="3024217"/>
            <a:ext cx="3776472" cy="2963833"/>
          </a:xfrm>
        </p:spPr>
        <p:txBody>
          <a:bodyPr/>
          <a:lstStyle>
            <a:lvl1pPr marL="228600" indent="-228600">
              <a:buClr>
                <a:schemeClr val="accent2"/>
              </a:buClr>
              <a:buFont typeface="System Font Regular"/>
              <a:buChar char="●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F50AE4B-B3DA-15F8-B187-78F911F41C0B}"/>
              </a:ext>
            </a:extLst>
          </p:cNvPr>
          <p:cNvSpPr/>
          <p:nvPr userDrawn="1"/>
        </p:nvSpPr>
        <p:spPr>
          <a:xfrm rot="5400000" flipV="1">
            <a:off x="854964" y="2685996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DA50EF64-3E6D-74B7-8F53-EA42B4799A99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5392615" y="914400"/>
            <a:ext cx="5945942" cy="5073650"/>
          </a:xfrm>
        </p:spPr>
        <p:txBody>
          <a:bodyPr/>
          <a:lstStyle>
            <a:lvl1pPr marL="228600" indent="-228600">
              <a:buClr>
                <a:schemeClr val="accent2"/>
              </a:buClr>
              <a:buFont typeface="System Font Regular"/>
              <a:buChar char="●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316498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E03D740-713D-CA4D-2EED-C1E4898CF3E4}"/>
              </a:ext>
            </a:extLst>
          </p:cNvPr>
          <p:cNvSpPr/>
          <p:nvPr userDrawn="1"/>
        </p:nvSpPr>
        <p:spPr>
          <a:xfrm>
            <a:off x="0" y="0"/>
            <a:ext cx="512064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A9513A-C043-2FAD-6312-BB424AADA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7938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Template 2023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E073DF-7B73-D1DC-5CF8-5A626ED7D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1ED2F37-7833-7739-91B4-75666A625794}"/>
              </a:ext>
            </a:extLst>
          </p:cNvPr>
          <p:cNvSpPr/>
          <p:nvPr userDrawn="1"/>
        </p:nvSpPr>
        <p:spPr>
          <a:xfrm flipV="1">
            <a:off x="914400" y="671565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7D0E96A-7695-31D0-E5F9-6C92E5EF460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2960" y="914400"/>
            <a:ext cx="3931920" cy="1130881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A5BC486-079E-7B96-4221-2D085B23994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22957" y="457200"/>
            <a:ext cx="10515600" cy="2539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050" b="0" i="0" kern="1200" dirty="0" smtClean="0">
                <a:solidFill>
                  <a:schemeClr val="tx1"/>
                </a:solidFill>
                <a:latin typeface="Nunito" pitchFamily="2" charset="77"/>
                <a:ea typeface="+mn-ea"/>
                <a:cs typeface="+mn-cs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Chapter Name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E9982D56-55A3-9752-EDB2-EC28BE1126FF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978408" y="2471109"/>
            <a:ext cx="3776472" cy="830997"/>
          </a:xfr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EACE8C75-5597-3137-69C6-B442B27E0E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8408" y="3429000"/>
            <a:ext cx="3776472" cy="2559050"/>
          </a:xfrm>
        </p:spPr>
        <p:txBody>
          <a:bodyPr/>
          <a:lstStyle>
            <a:lvl1pPr marL="228600" indent="-228600">
              <a:buClr>
                <a:schemeClr val="accent2"/>
              </a:buClr>
              <a:buFont typeface="System Font Regular"/>
              <a:buChar char="●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F50AE4B-B3DA-15F8-B187-78F911F41C0B}"/>
              </a:ext>
            </a:extLst>
          </p:cNvPr>
          <p:cNvSpPr/>
          <p:nvPr userDrawn="1"/>
        </p:nvSpPr>
        <p:spPr>
          <a:xfrm rot="5400000" flipV="1">
            <a:off x="672084" y="2872891"/>
            <a:ext cx="64008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DA50EF64-3E6D-74B7-8F53-EA42B4799A99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5392615" y="914400"/>
            <a:ext cx="5945942" cy="5073650"/>
          </a:xfrm>
        </p:spPr>
        <p:txBody>
          <a:bodyPr/>
          <a:lstStyle>
            <a:lvl1pPr marL="228600" indent="-228600">
              <a:buClr>
                <a:schemeClr val="accent2"/>
              </a:buClr>
              <a:buFont typeface="System Font Regular"/>
              <a:buChar char="●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282856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mparison">
    <p:bg>
      <p:bgPr>
        <a:gradFill>
          <a:gsLst>
            <a:gs pos="0">
              <a:schemeClr val="bg1"/>
            </a:gs>
            <a:gs pos="100000">
              <a:schemeClr val="accent2">
                <a:lumMod val="20000"/>
                <a:lumOff val="8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8AE252-1BF3-96D7-FC15-7F26863D1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7938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95B57B-F037-AD20-DB04-A03CF85A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3D8C84F-8C17-7483-1AF4-4843F1A7E61E}"/>
              </a:ext>
            </a:extLst>
          </p:cNvPr>
          <p:cNvSpPr/>
          <p:nvPr userDrawn="1"/>
        </p:nvSpPr>
        <p:spPr>
          <a:xfrm flipV="1">
            <a:off x="914400" y="671565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E0E2B96-4346-5459-6E49-205997FEBDD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2960" y="914400"/>
            <a:ext cx="10515600" cy="646331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C37104C-5E74-3EE2-49E7-E2FA7D5A88D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22957" y="457200"/>
            <a:ext cx="10515600" cy="2539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050" b="0" i="0" kern="1200" dirty="0" smtClean="0">
                <a:solidFill>
                  <a:schemeClr val="tx1"/>
                </a:solidFill>
                <a:latin typeface="Nunito" pitchFamily="2" charset="77"/>
                <a:ea typeface="+mn-ea"/>
                <a:cs typeface="+mn-cs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Chapter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DE30F8-FE41-D9C9-B474-BB62272D14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424920"/>
            <a:ext cx="1655064" cy="227985"/>
          </a:xfrm>
          <a:prstGeom prst="rect">
            <a:avLst/>
          </a:prstGeom>
        </p:spPr>
      </p:pic>
      <p:grpSp>
        <p:nvGrpSpPr>
          <p:cNvPr id="63" name="Group 62">
            <a:extLst>
              <a:ext uri="{FF2B5EF4-FFF2-40B4-BE49-F238E27FC236}">
                <a16:creationId xmlns:a16="http://schemas.microsoft.com/office/drawing/2014/main" id="{F40DAD7D-B6FB-D016-8754-899B8B43E6A9}"/>
              </a:ext>
            </a:extLst>
          </p:cNvPr>
          <p:cNvGrpSpPr/>
          <p:nvPr userDrawn="1"/>
        </p:nvGrpSpPr>
        <p:grpSpPr>
          <a:xfrm>
            <a:off x="10994898" y="0"/>
            <a:ext cx="1197102" cy="1512786"/>
            <a:chOff x="7556500" y="1881188"/>
            <a:chExt cx="1197102" cy="1512786"/>
          </a:xfrm>
          <a:solidFill>
            <a:schemeClr val="accent2"/>
          </a:solidFill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968A4D51-1AB7-6DFD-D383-AC33F381C92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E3179671-E6BB-F457-40BB-0FBF119C9F8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7B02A36D-3F42-36DB-D4E9-25E75138723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C1A1DBFE-0E4D-1D0C-163C-46DD5F7510C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FF906362-1008-9883-854E-1C944792D6A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9C26D3F6-4E17-4F5B-73ED-53D913163AE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F62856F2-D7FB-76C6-1A05-3B6D8068184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52945B14-F9DC-74AA-9024-318010D89F7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AE34DDC5-3980-7780-B422-761F474E2BF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B5FC0977-787F-C3C9-1EE3-F26CE3D62F4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98C0D9E0-CA92-CF78-5898-5A1A21BC41C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983EA6B-6E6D-ED45-1AD0-F8B510B97F0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D8AC2E58-3256-7E80-5815-91EB0DCA1B6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E2005B5-5D34-6AEC-20FF-1191CF90F8D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D820FB76-B8F4-E34F-FB23-303BAAC3B70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80662898-902D-4FA6-AEAB-77B9D69D85C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9502D337-1AD9-9A0A-5760-63F31ED0211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5B65E1A4-8043-1589-3543-A251A7FADE3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7B4A8E30-71C4-7350-BB07-C9C82C624CD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CC434A90-C1C1-8A6C-3374-5CACAEB04AA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06C92F55-F73A-C387-E1D7-33B72727399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0599F316-F50A-35DC-369D-89791DC80EE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2477E5B4-5062-D373-59D8-B6CE3D1ABD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6150E39B-300F-4264-6ED3-FB47F6CDD26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398D913A-4514-AC6D-EF81-C0D2276CB3B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C243A70D-C7A5-09B4-AAB8-F408886485B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FD8D0D40-1676-C633-C77C-D246367DEB6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38BDEF1D-9DDA-BE4E-540A-2F022D8802F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33FC0E3C-8A7D-FDEF-CFFE-F381BFC7991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587D0D9E-24D2-D957-972F-D2FC62C3E35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3CB2A444-F778-F134-7D41-F189214A878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9A199A79-EF90-75EA-77C7-14BBA379BE3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FE068DFB-41B8-A5D9-3A57-51A8ED5F094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584FE1D0-2BD7-58CD-5D6E-DA9890CBF50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4EC67822-E9D9-3301-8391-62A823995B2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CE8CF80C-2672-3010-DDC0-52879F03312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2D059EFF-47F1-19E8-2EB9-73A3CB44120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3322FB5F-2CE7-F4DA-EB92-BE913A3A0AD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CF02121E-8602-1FCB-0126-A683EDE81E8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316C24AC-79B0-14D1-B960-753BA519468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62131C17-1192-EA77-AAFF-2D680813298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F766DF13-3150-DF26-9F09-9583EDF5196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EEB5B735-5AA6-C4C8-A410-B6A7D715AEC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09002DDA-7B40-D3CD-BDA4-3F871E9943A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7AB15E8A-3248-2761-FC1E-9A2D3BC2F46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97952515-E1DE-FDFA-B338-BB1817110D6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7FF9DED-A02F-4F0B-F470-4F2F2ABA359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C5B0DDB7-CC3B-50C6-8729-6D2F54A9A95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773DD317-5966-D05D-037B-205BCD5BB4C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3" name="Picture Placeholder 9">
            <a:extLst>
              <a:ext uri="{FF2B5EF4-FFF2-40B4-BE49-F238E27FC236}">
                <a16:creationId xmlns:a16="http://schemas.microsoft.com/office/drawing/2014/main" id="{38D3C2DA-8972-F6D5-0BF4-BC7468F2CA6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78408" y="2011680"/>
            <a:ext cx="3108960" cy="1371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1" name="Picture Placeholder 9">
            <a:extLst>
              <a:ext uri="{FF2B5EF4-FFF2-40B4-BE49-F238E27FC236}">
                <a16:creationId xmlns:a16="http://schemas.microsoft.com/office/drawing/2014/main" id="{B8835699-0F56-790C-9015-6093E076F29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604004" y="2011680"/>
            <a:ext cx="3108960" cy="1371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DE64AB2-12BD-16DC-F8F5-CA012F8D0D41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8229597" y="3566160"/>
            <a:ext cx="3108960" cy="830997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B938012E-4CAB-1DDB-D437-959C051EBFEE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8229597" y="4484844"/>
            <a:ext cx="3108960" cy="1504476"/>
          </a:xfrm>
        </p:spPr>
        <p:txBody>
          <a:bodyPr/>
          <a:lstStyle>
            <a:lvl1pPr marL="228600" indent="-228600">
              <a:buClr>
                <a:schemeClr val="accent2"/>
              </a:buClr>
              <a:buFont typeface="System Font Regular"/>
              <a:buChar char="●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2F598C3-8A03-50E7-6E45-F4241DE8D1FB}"/>
              </a:ext>
            </a:extLst>
          </p:cNvPr>
          <p:cNvSpPr/>
          <p:nvPr userDrawn="1"/>
        </p:nvSpPr>
        <p:spPr>
          <a:xfrm rot="5400000" flipV="1">
            <a:off x="7923273" y="3967942"/>
            <a:ext cx="64008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6E9F0FE8-8AD6-F4CF-F28F-5D8A603D8DE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229600" y="2011680"/>
            <a:ext cx="3108960" cy="1371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3762168-EED3-8C35-4943-1609A7CF702A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4604004" y="3566160"/>
            <a:ext cx="3108960" cy="830997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7D8916B0-2562-ACE1-FD51-1BE2D98603D3}"/>
              </a:ext>
            </a:extLst>
          </p:cNvPr>
          <p:cNvSpPr>
            <a:spLocks noGrp="1"/>
          </p:cNvSpPr>
          <p:nvPr>
            <p:ph sz="half" idx="24"/>
          </p:nvPr>
        </p:nvSpPr>
        <p:spPr>
          <a:xfrm>
            <a:off x="4604004" y="4484844"/>
            <a:ext cx="3108960" cy="1504476"/>
          </a:xfrm>
        </p:spPr>
        <p:txBody>
          <a:bodyPr/>
          <a:lstStyle>
            <a:lvl1pPr marL="228600" indent="-228600">
              <a:buClr>
                <a:schemeClr val="accent2"/>
              </a:buClr>
              <a:buFont typeface="System Font Regular"/>
              <a:buChar char="●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27D0AAC-4E92-C0A5-0AFB-B28EC01E3E6F}"/>
              </a:ext>
            </a:extLst>
          </p:cNvPr>
          <p:cNvSpPr/>
          <p:nvPr userDrawn="1"/>
        </p:nvSpPr>
        <p:spPr>
          <a:xfrm rot="5400000" flipV="1">
            <a:off x="4297680" y="3967942"/>
            <a:ext cx="64008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B28D2963-E271-6A1F-6FBD-797997E7DAF0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974422" y="3566160"/>
            <a:ext cx="3108960" cy="830997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1132E2FB-E46C-B363-702E-F5F41674C806}"/>
              </a:ext>
            </a:extLst>
          </p:cNvPr>
          <p:cNvSpPr>
            <a:spLocks noGrp="1"/>
          </p:cNvSpPr>
          <p:nvPr>
            <p:ph sz="half" idx="26"/>
          </p:nvPr>
        </p:nvSpPr>
        <p:spPr>
          <a:xfrm>
            <a:off x="974422" y="4484844"/>
            <a:ext cx="3108960" cy="1504476"/>
          </a:xfrm>
        </p:spPr>
        <p:txBody>
          <a:bodyPr/>
          <a:lstStyle>
            <a:lvl1pPr marL="228600" indent="-228600">
              <a:buClr>
                <a:schemeClr val="accent2"/>
              </a:buClr>
              <a:buFont typeface="System Font Regular"/>
              <a:buChar char="●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1FD78A4-8BCD-6636-7ACF-E2A70EF9EA72}"/>
              </a:ext>
            </a:extLst>
          </p:cNvPr>
          <p:cNvSpPr/>
          <p:nvPr userDrawn="1"/>
        </p:nvSpPr>
        <p:spPr>
          <a:xfrm rot="5400000" flipV="1">
            <a:off x="668098" y="3967942"/>
            <a:ext cx="64008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68229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mparison">
    <p:bg>
      <p:bgPr>
        <a:gradFill>
          <a:gsLst>
            <a:gs pos="0">
              <a:schemeClr val="bg1"/>
            </a:gs>
            <a:gs pos="100000">
              <a:schemeClr val="accent2">
                <a:lumMod val="20000"/>
                <a:lumOff val="8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8AE252-1BF3-96D7-FC15-7F26863D1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7938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95B57B-F037-AD20-DB04-A03CF85A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3D8C84F-8C17-7483-1AF4-4843F1A7E61E}"/>
              </a:ext>
            </a:extLst>
          </p:cNvPr>
          <p:cNvSpPr/>
          <p:nvPr userDrawn="1"/>
        </p:nvSpPr>
        <p:spPr>
          <a:xfrm flipV="1">
            <a:off x="914400" y="671565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E0E2B96-4346-5459-6E49-205997FEBDD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2960" y="914400"/>
            <a:ext cx="10515600" cy="646331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C37104C-5E74-3EE2-49E7-E2FA7D5A88D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22957" y="457200"/>
            <a:ext cx="10515600" cy="2539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050" b="0" i="0" kern="1200" dirty="0" smtClean="0">
                <a:solidFill>
                  <a:schemeClr val="tx1"/>
                </a:solidFill>
                <a:latin typeface="Nunito" pitchFamily="2" charset="77"/>
                <a:ea typeface="+mn-ea"/>
                <a:cs typeface="+mn-cs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Chapter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DE30F8-FE41-D9C9-B474-BB62272D14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424920"/>
            <a:ext cx="1655064" cy="227985"/>
          </a:xfrm>
          <a:prstGeom prst="rect">
            <a:avLst/>
          </a:prstGeom>
        </p:spPr>
      </p:pic>
      <p:grpSp>
        <p:nvGrpSpPr>
          <p:cNvPr id="63" name="Group 62">
            <a:extLst>
              <a:ext uri="{FF2B5EF4-FFF2-40B4-BE49-F238E27FC236}">
                <a16:creationId xmlns:a16="http://schemas.microsoft.com/office/drawing/2014/main" id="{F40DAD7D-B6FB-D016-8754-899B8B43E6A9}"/>
              </a:ext>
            </a:extLst>
          </p:cNvPr>
          <p:cNvGrpSpPr/>
          <p:nvPr userDrawn="1"/>
        </p:nvGrpSpPr>
        <p:grpSpPr>
          <a:xfrm>
            <a:off x="10994898" y="0"/>
            <a:ext cx="1197102" cy="1512786"/>
            <a:chOff x="7556500" y="1881188"/>
            <a:chExt cx="1197102" cy="1512786"/>
          </a:xfrm>
          <a:solidFill>
            <a:schemeClr val="accent2"/>
          </a:solidFill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968A4D51-1AB7-6DFD-D383-AC33F381C92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E3179671-E6BB-F457-40BB-0FBF119C9F8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7B02A36D-3F42-36DB-D4E9-25E75138723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C1A1DBFE-0E4D-1D0C-163C-46DD5F7510C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FF906362-1008-9883-854E-1C944792D6A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9C26D3F6-4E17-4F5B-73ED-53D913163AE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F62856F2-D7FB-76C6-1A05-3B6D8068184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52945B14-F9DC-74AA-9024-318010D89F7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AE34DDC5-3980-7780-B422-761F474E2BF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B5FC0977-787F-C3C9-1EE3-F26CE3D62F4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98C0D9E0-CA92-CF78-5898-5A1A21BC41C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983EA6B-6E6D-ED45-1AD0-F8B510B97F0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D8AC2E58-3256-7E80-5815-91EB0DCA1B6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E2005B5-5D34-6AEC-20FF-1191CF90F8D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D820FB76-B8F4-E34F-FB23-303BAAC3B70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80662898-902D-4FA6-AEAB-77B9D69D85C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9502D337-1AD9-9A0A-5760-63F31ED0211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5B65E1A4-8043-1589-3543-A251A7FADE3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7B4A8E30-71C4-7350-BB07-C9C82C624CD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CC434A90-C1C1-8A6C-3374-5CACAEB04AA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06C92F55-F73A-C387-E1D7-33B72727399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0599F316-F50A-35DC-369D-89791DC80EE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2477E5B4-5062-D373-59D8-B6CE3D1ABD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6150E39B-300F-4264-6ED3-FB47F6CDD26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398D913A-4514-AC6D-EF81-C0D2276CB3B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C243A70D-C7A5-09B4-AAB8-F408886485B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FD8D0D40-1676-C633-C77C-D246367DEB6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38BDEF1D-9DDA-BE4E-540A-2F022D8802F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33FC0E3C-8A7D-FDEF-CFFE-F381BFC7991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587D0D9E-24D2-D957-972F-D2FC62C3E35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3CB2A444-F778-F134-7D41-F189214A878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9A199A79-EF90-75EA-77C7-14BBA379BE3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FE068DFB-41B8-A5D9-3A57-51A8ED5F094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584FE1D0-2BD7-58CD-5D6E-DA9890CBF50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4EC67822-E9D9-3301-8391-62A823995B2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CE8CF80C-2672-3010-DDC0-52879F03312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2D059EFF-47F1-19E8-2EB9-73A3CB44120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3322FB5F-2CE7-F4DA-EB92-BE913A3A0AD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CF02121E-8602-1FCB-0126-A683EDE81E8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316C24AC-79B0-14D1-B960-753BA519468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62131C17-1192-EA77-AAFF-2D680813298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F766DF13-3150-DF26-9F09-9583EDF5196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EEB5B735-5AA6-C4C8-A410-B6A7D715AEC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09002DDA-7B40-D3CD-BDA4-3F871E9943A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7AB15E8A-3248-2761-FC1E-9A2D3BC2F46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97952515-E1DE-FDFA-B338-BB1817110D6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7FF9DED-A02F-4F0B-F470-4F2F2ABA359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C5B0DDB7-CC3B-50C6-8729-6D2F54A9A95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773DD317-5966-D05D-037B-205BCD5BB4C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3" name="Picture Placeholder 9">
            <a:extLst>
              <a:ext uri="{FF2B5EF4-FFF2-40B4-BE49-F238E27FC236}">
                <a16:creationId xmlns:a16="http://schemas.microsoft.com/office/drawing/2014/main" id="{38D3C2DA-8972-F6D5-0BF4-BC7468F2CA6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78408" y="2011680"/>
            <a:ext cx="3108960" cy="1371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1" name="Picture Placeholder 9">
            <a:extLst>
              <a:ext uri="{FF2B5EF4-FFF2-40B4-BE49-F238E27FC236}">
                <a16:creationId xmlns:a16="http://schemas.microsoft.com/office/drawing/2014/main" id="{B8835699-0F56-790C-9015-6093E076F29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604004" y="2011680"/>
            <a:ext cx="3108960" cy="1371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6E9F0FE8-8AD6-F4CF-F28F-5D8A603D8DE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229600" y="2011680"/>
            <a:ext cx="3108960" cy="1371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B28D2963-E271-6A1F-6FBD-797997E7DAF0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974422" y="3566160"/>
            <a:ext cx="3108960" cy="461665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1132E2FB-E46C-B363-702E-F5F41674C806}"/>
              </a:ext>
            </a:extLst>
          </p:cNvPr>
          <p:cNvSpPr>
            <a:spLocks noGrp="1"/>
          </p:cNvSpPr>
          <p:nvPr>
            <p:ph sz="half" idx="26"/>
          </p:nvPr>
        </p:nvSpPr>
        <p:spPr>
          <a:xfrm>
            <a:off x="974422" y="4121497"/>
            <a:ext cx="3108960" cy="1867823"/>
          </a:xfrm>
        </p:spPr>
        <p:txBody>
          <a:bodyPr/>
          <a:lstStyle>
            <a:lvl1pPr marL="228600" indent="-228600">
              <a:buClr>
                <a:schemeClr val="accent2"/>
              </a:buClr>
              <a:buFont typeface="System Font Regular"/>
              <a:buChar char="●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1FD78A4-8BCD-6636-7ACF-E2A70EF9EA72}"/>
              </a:ext>
            </a:extLst>
          </p:cNvPr>
          <p:cNvSpPr/>
          <p:nvPr userDrawn="1"/>
        </p:nvSpPr>
        <p:spPr>
          <a:xfrm rot="5400000" flipV="1">
            <a:off x="850978" y="3783276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DA02A92-F565-34A3-E7B6-2DB3F6D07CC1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4604004" y="3566160"/>
            <a:ext cx="3108960" cy="461665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8392C81-2D3D-EBB9-A902-75C6864B6EE2}"/>
              </a:ext>
            </a:extLst>
          </p:cNvPr>
          <p:cNvSpPr>
            <a:spLocks noGrp="1"/>
          </p:cNvSpPr>
          <p:nvPr>
            <p:ph sz="half" idx="28"/>
          </p:nvPr>
        </p:nvSpPr>
        <p:spPr>
          <a:xfrm>
            <a:off x="4604004" y="4121497"/>
            <a:ext cx="3108960" cy="1867823"/>
          </a:xfrm>
        </p:spPr>
        <p:txBody>
          <a:bodyPr/>
          <a:lstStyle>
            <a:lvl1pPr marL="228600" indent="-228600">
              <a:buClr>
                <a:schemeClr val="accent2"/>
              </a:buClr>
              <a:buFont typeface="System Font Regular"/>
              <a:buChar char="●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82038E1-5A37-F380-F78B-2C1946B20E14}"/>
              </a:ext>
            </a:extLst>
          </p:cNvPr>
          <p:cNvSpPr/>
          <p:nvPr userDrawn="1"/>
        </p:nvSpPr>
        <p:spPr>
          <a:xfrm rot="5400000" flipV="1">
            <a:off x="4480560" y="3783276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F285E6E-F411-40A5-E044-CDF92CD2FF98}"/>
              </a:ext>
            </a:extLst>
          </p:cNvPr>
          <p:cNvSpPr>
            <a:spLocks noGrp="1"/>
          </p:cNvSpPr>
          <p:nvPr>
            <p:ph type="body" idx="29"/>
          </p:nvPr>
        </p:nvSpPr>
        <p:spPr>
          <a:xfrm>
            <a:off x="8239538" y="3566160"/>
            <a:ext cx="3108960" cy="461665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04F1302-B725-E754-0675-3C497E145322}"/>
              </a:ext>
            </a:extLst>
          </p:cNvPr>
          <p:cNvSpPr>
            <a:spLocks noGrp="1"/>
          </p:cNvSpPr>
          <p:nvPr>
            <p:ph sz="half" idx="30"/>
          </p:nvPr>
        </p:nvSpPr>
        <p:spPr>
          <a:xfrm>
            <a:off x="8239538" y="4121497"/>
            <a:ext cx="3108960" cy="1867823"/>
          </a:xfrm>
        </p:spPr>
        <p:txBody>
          <a:bodyPr/>
          <a:lstStyle>
            <a:lvl1pPr marL="228600" indent="-228600">
              <a:buClr>
                <a:schemeClr val="accent2"/>
              </a:buClr>
              <a:buFont typeface="System Font Regular"/>
              <a:buChar char="●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6955999-531F-514A-3080-061032376011}"/>
              </a:ext>
            </a:extLst>
          </p:cNvPr>
          <p:cNvSpPr/>
          <p:nvPr userDrawn="1"/>
        </p:nvSpPr>
        <p:spPr>
          <a:xfrm rot="5400000" flipV="1">
            <a:off x="8116094" y="3783276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57996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">
    <p:bg>
      <p:bgPr>
        <a:gradFill>
          <a:gsLst>
            <a:gs pos="0">
              <a:schemeClr val="bg1"/>
            </a:gs>
            <a:gs pos="100000">
              <a:schemeClr val="accent2">
                <a:lumMod val="20000"/>
                <a:lumOff val="8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884241C-AFCE-0C4B-53F6-81B4AD40B4DD}"/>
              </a:ext>
            </a:extLst>
          </p:cNvPr>
          <p:cNvGrpSpPr/>
          <p:nvPr userDrawn="1"/>
        </p:nvGrpSpPr>
        <p:grpSpPr>
          <a:xfrm>
            <a:off x="10994898" y="-851"/>
            <a:ext cx="1197102" cy="1512786"/>
            <a:chOff x="7556500" y="1881188"/>
            <a:chExt cx="1197102" cy="1512786"/>
          </a:xfrm>
          <a:solidFill>
            <a:schemeClr val="accent2"/>
          </a:solidFill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D30A998-AD51-376E-21AA-49A5A993FA4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3721DA9-C3FC-9BB2-FA60-B83D7B4A2B8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F60A3EE-AC8E-E5C6-C7B7-0FDE8D55F5D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00D169D-9F5E-BE12-214A-66D46DA4975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F264534-F2B0-246D-19B6-6274D4EC347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CEB77AB-FEA2-15CD-A520-04DD06FF65D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C92D51F-0672-7E0A-9037-6041D85A685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4D3B211-793F-4367-67E9-1E3F511F33B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EC4C229-5DED-B269-01D7-97F09C3BECC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77626B8-7197-856C-1119-720690FA09D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F0F3FD4-C192-4F19-C536-73C06CBA86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1C0A130-8008-9E38-F163-0A46126DAFB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4F6CD3A-746E-48C4-9F81-90B75573728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43ABCF72-598B-E3AB-BC95-0E8B7849F90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9D99364-823F-0926-0A3E-110B88DCAB5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D57E47D-BA2E-CBDF-BCFA-C0D6812721A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E99BDFC5-DAF5-FAB6-3E5B-5343BA2767C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20051E19-66D1-4FF6-E423-5A387CE2B93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345E7A0-B72B-5E9D-9065-12B5CE7102A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58E7647-03EB-6B42-F92A-9303AF72BFA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0E8EC74B-2D1F-FEB6-1836-B1BB5ACCE84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5B4CA38-1D82-B5BE-CCD4-3AD15CE6E78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C290023D-882A-31E4-E107-391590E95F7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18C1C62-08E5-5E14-7249-59BFD6EFC8C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A2CF207-BD8A-609A-32AF-E4A5F602384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D81DE53B-34CD-C552-C688-D68ABF3024C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2628B01F-2DE9-82D6-BBFF-B49C5D2B10D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44D3B25-708F-8A53-ABE7-17AD8E54BB8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BD2C21D7-539F-05C1-528D-5F1012A12D6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658FFDC9-AC3F-B71E-4B74-2AFA564EFC6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9B56CDC4-B072-60DB-00F2-62D4167FFA6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BAD1B102-8FC8-8DF0-BB44-5E4C4839658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803B6870-C260-39D6-197E-297FF840E13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E26740CE-B05C-6AD8-84D2-4ADC21496E8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38EFC2CA-988F-A987-2CC1-CCB41D03801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7C5A0B4F-A4FA-83B0-124C-66B203A4757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EF59F41F-921F-002D-4CB8-EAC4D34C509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6F143F07-95CB-BD76-D7A9-340BD179C07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5D3C98F5-A006-8C9B-591F-115FE2E07EB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1F555AB4-A1A7-59A4-9B28-E29ACB76FC0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068169CC-F8F1-2DCD-3EC0-BA18B42C2FF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B3906AC9-4C1B-E9DD-20BD-53204231EC9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2DC84F0B-6312-A79B-5D34-680984AF79E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31EF1F3-CCBF-98E3-2808-33E559A8403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2901A87F-DBAA-7875-DB67-65AE220D3A2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9F6FCBD0-A892-1DC3-109D-5B888A3A160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FE1617D8-5D2F-9B7F-11AD-3DA87432C7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083D33E2-3936-A623-9435-FAD9A592658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8A5DDEE8-E61E-6C6E-9A2C-16BBEBF68CA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58A540A4-F434-B002-977E-DB64574850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5212080" cy="2387600"/>
          </a:xfrm>
        </p:spPr>
        <p:txBody>
          <a:bodyPr anchor="b"/>
          <a:lstStyle>
            <a:lvl1pPr algn="l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31EA737-EA99-F3F7-841D-EB122563FE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602038"/>
            <a:ext cx="5212080" cy="1655762"/>
          </a:xfr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FE8E7EE0-7FB5-619D-E550-06162D32E6A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24638" y="1456055"/>
            <a:ext cx="4723860" cy="394589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03478E51-B5DB-CBB4-C2BC-88E0B92C4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3698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Template 2023</a:t>
            </a:r>
            <a:endParaRPr lang="en-US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D48C3A4-1649-D1E4-25BE-D8015965B5DE}"/>
              </a:ext>
            </a:extLst>
          </p:cNvPr>
          <p:cNvSpPr/>
          <p:nvPr userDrawn="1"/>
        </p:nvSpPr>
        <p:spPr>
          <a:xfrm rot="5400000">
            <a:off x="-2286000" y="3200400"/>
            <a:ext cx="457200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745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B52DEC6-E2D3-11C3-E4F1-9C18D2ACE679}"/>
              </a:ext>
            </a:extLst>
          </p:cNvPr>
          <p:cNvSpPr/>
          <p:nvPr userDrawn="1"/>
        </p:nvSpPr>
        <p:spPr>
          <a:xfrm>
            <a:off x="6400800" y="6309360"/>
            <a:ext cx="8229600" cy="1097280"/>
          </a:xfrm>
          <a:prstGeom prst="roundRect">
            <a:avLst>
              <a:gd name="adj" fmla="val 50000"/>
            </a:avLst>
          </a:prstGeom>
          <a:solidFill>
            <a:schemeClr val="accent3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D6C031-2278-BD57-365A-845AA22B7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4700"/>
            <a:ext cx="10515600" cy="9464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6C6DA9-391F-726C-C807-7E1740F74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note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B40819-1656-1A9B-2224-FC7E58ED2D86}"/>
              </a:ext>
            </a:extLst>
          </p:cNvPr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838200" y="6424920"/>
            <a:ext cx="1655064" cy="22798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F21CA-D0B6-083B-4826-7776CBEB3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2738" y="6356350"/>
            <a:ext cx="365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fld id="{85581C5A-0774-A949-998C-A270BA4C9B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62A7F9-3EB7-8659-0F86-E7C722DEF3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67938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r>
              <a:rPr lang="en-US"/>
              <a:t>Template 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233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79" r:id="rId3"/>
    <p:sldLayoutId id="2147483651" r:id="rId4"/>
    <p:sldLayoutId id="2147483661" r:id="rId5"/>
    <p:sldLayoutId id="2147483662" r:id="rId6"/>
    <p:sldLayoutId id="2147483663" r:id="rId7"/>
    <p:sldLayoutId id="2147483664" r:id="rId8"/>
    <p:sldLayoutId id="2147483671" r:id="rId9"/>
    <p:sldLayoutId id="2147483654" r:id="rId10"/>
    <p:sldLayoutId id="2147483652" r:id="rId11"/>
    <p:sldLayoutId id="2147483653" r:id="rId12"/>
    <p:sldLayoutId id="2147483667" r:id="rId13"/>
    <p:sldLayoutId id="2147483665" r:id="rId14"/>
    <p:sldLayoutId id="2147483666" r:id="rId15"/>
    <p:sldLayoutId id="2147483674" r:id="rId16"/>
    <p:sldLayoutId id="2147483673" r:id="rId17"/>
    <p:sldLayoutId id="2147483675" r:id="rId18"/>
    <p:sldLayoutId id="2147483668" r:id="rId19"/>
    <p:sldLayoutId id="2147483676" r:id="rId20"/>
    <p:sldLayoutId id="2147483672" r:id="rId21"/>
    <p:sldLayoutId id="2147483656" r:id="rId22"/>
    <p:sldLayoutId id="2147483678" r:id="rId23"/>
    <p:sldLayoutId id="2147483669" r:id="rId24"/>
    <p:sldLayoutId id="2147483677" r:id="rId25"/>
    <p:sldLayoutId id="2147483670" r:id="rId2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b="1" i="0" kern="1200">
          <a:solidFill>
            <a:schemeClr val="accent1"/>
          </a:solidFill>
          <a:latin typeface="Nunito SemiBold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3600" b="1" i="0" kern="1200">
          <a:solidFill>
            <a:schemeClr val="accent1"/>
          </a:solidFill>
          <a:latin typeface="Nunito SemiBold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b="1" i="0" kern="1200">
          <a:solidFill>
            <a:schemeClr val="tx1"/>
          </a:solidFill>
          <a:latin typeface="Nunito SemiBold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b="1" i="0" kern="1200">
          <a:solidFill>
            <a:schemeClr val="tx1"/>
          </a:solidFill>
          <a:latin typeface="Nunito SemiBold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Nunito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Nunito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050" b="0" i="1" kern="1200">
          <a:solidFill>
            <a:schemeClr val="tx1"/>
          </a:solidFill>
          <a:latin typeface="Nunito" pitchFamily="2" charset="77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A31737E-C585-3555-8A0F-BCE39A884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16D3AE-C87C-9AD2-1B0F-361CE487A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1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2F0E20-32BA-F240-14DC-F0F1E0753B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Use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982F54A-B4D5-9BAF-BB1B-CC9553A9AF7E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dirty="0"/>
              <a:t>Instruction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864D3E-3110-91C4-CCA7-ADD7744D258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22957" y="2011363"/>
            <a:ext cx="5352556" cy="3976687"/>
          </a:xfrm>
        </p:spPr>
        <p:txBody>
          <a:bodyPr/>
          <a:lstStyle/>
          <a:p>
            <a:r>
              <a:rPr lang="en-US" dirty="0"/>
              <a:t>You can use the presentation as it is or you can start from blank slide by create </a:t>
            </a:r>
            <a:r>
              <a:rPr lang="en-US" b="1" u="sng" dirty="0">
                <a:latin typeface="Avenir Black" panose="02000503020000020003" pitchFamily="2" charset="0"/>
              </a:rPr>
              <a:t>New Slide</a:t>
            </a:r>
            <a:r>
              <a:rPr lang="en-US" b="1" dirty="0">
                <a:latin typeface="Avenir Black" panose="02000503020000020003" pitchFamily="2" charset="0"/>
              </a:rPr>
              <a:t> </a:t>
            </a:r>
            <a:r>
              <a:rPr lang="en-US" dirty="0"/>
              <a:t>function dropdown</a:t>
            </a:r>
          </a:p>
        </p:txBody>
      </p:sp>
      <p:pic>
        <p:nvPicPr>
          <p:cNvPr id="7" name="Content Placeholder 8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099E9EB2-BBEC-CE3E-9E6B-8E01A19B3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2408" y="1664866"/>
            <a:ext cx="5133895" cy="4456462"/>
          </a:xfrm>
          <a:prstGeom prst="rect">
            <a:avLst/>
          </a:prstGeom>
        </p:spPr>
      </p:pic>
      <p:pic>
        <p:nvPicPr>
          <p:cNvPr id="8" name="Picture 7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2484884D-69A6-1542-EE1C-8528C19AB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4" y="3145899"/>
            <a:ext cx="4681382" cy="1587365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4C69E77-F6B6-2203-DD20-05DB6909B01B}"/>
              </a:ext>
            </a:extLst>
          </p:cNvPr>
          <p:cNvCxnSpPr>
            <a:cxnSpLocks/>
          </p:cNvCxnSpPr>
          <p:nvPr/>
        </p:nvCxnSpPr>
        <p:spPr>
          <a:xfrm flipH="1" flipV="1">
            <a:off x="8086942" y="4567808"/>
            <a:ext cx="1204976" cy="716886"/>
          </a:xfrm>
          <a:prstGeom prst="straightConnector1">
            <a:avLst/>
          </a:prstGeom>
          <a:ln w="38100">
            <a:solidFill>
              <a:schemeClr val="accent2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4458319-9DBF-DE58-F013-4FEDCCF18994}"/>
              </a:ext>
            </a:extLst>
          </p:cNvPr>
          <p:cNvCxnSpPr>
            <a:cxnSpLocks/>
          </p:cNvCxnSpPr>
          <p:nvPr/>
        </p:nvCxnSpPr>
        <p:spPr>
          <a:xfrm flipH="1" flipV="1">
            <a:off x="2515447" y="3672753"/>
            <a:ext cx="1204976" cy="716886"/>
          </a:xfrm>
          <a:prstGeom prst="straightConnector1">
            <a:avLst/>
          </a:prstGeom>
          <a:ln w="38100">
            <a:solidFill>
              <a:schemeClr val="accent2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8328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50F80-3455-54BB-D5AE-9252131560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664BF1-0A3C-8936-1B1B-666D100BFB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Add Your Subheading Here</a:t>
            </a:r>
          </a:p>
        </p:txBody>
      </p:sp>
    </p:spTree>
    <p:extLst>
      <p:ext uri="{BB962C8B-B14F-4D97-AF65-F5344CB8AC3E}">
        <p14:creationId xmlns:p14="http://schemas.microsoft.com/office/powerpoint/2010/main" val="538000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8FDF6-6B09-E22B-712B-7412EE75E5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8CCC58-102A-7482-7274-94923411C8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Add Your Subheading Here</a:t>
            </a:r>
          </a:p>
        </p:txBody>
      </p:sp>
    </p:spTree>
    <p:extLst>
      <p:ext uri="{BB962C8B-B14F-4D97-AF65-F5344CB8AC3E}">
        <p14:creationId xmlns:p14="http://schemas.microsoft.com/office/powerpoint/2010/main" val="463740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15FC874-A5D4-C215-E550-EDC3F5428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Template 2023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1DF55D-4EBE-88A3-76D4-ABA6243AB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DF2C49-787D-B9A6-847D-1DB4BB5F685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947FBE4-402E-93CA-D27B-1BA38870DFFC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4C1057-F46F-D117-F8DA-D17B430C3E81}"/>
              </a:ext>
            </a:extLst>
          </p:cNvPr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rPr lang="en-US" dirty="0"/>
              <a:t>01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3303864-E1CA-B5BC-B8D7-94BABA2428A5}"/>
              </a:ext>
            </a:extLst>
          </p:cNvPr>
          <p:cNvSpPr>
            <a:spLocks noGrp="1"/>
          </p:cNvSpPr>
          <p:nvPr>
            <p:ph sz="half" idx="26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</a:t>
            </a:r>
            <a:r>
              <a:rPr lang="en-US" dirty="0"/>
              <a:t>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CD95CD-9A4D-F1AE-2290-9DC6F0174BB4}"/>
              </a:ext>
            </a:extLst>
          </p:cNvPr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r>
              <a:rPr lang="en-US" dirty="0"/>
              <a:t>Layout Content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059F001-A6DE-1393-4A31-1F4AEA2ED1F2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US" dirty="0"/>
              <a:t>02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8FBF2174-7A34-12EA-242C-8AAD201A5B0F}"/>
              </a:ext>
            </a:extLst>
          </p:cNvPr>
          <p:cNvSpPr>
            <a:spLocks noGrp="1"/>
          </p:cNvSpPr>
          <p:nvPr>
            <p:ph sz="half" idx="29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033E12B-4587-DD45-01AC-45EA6DA36ADC}"/>
              </a:ext>
            </a:extLst>
          </p:cNvPr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rPr lang="en-US" dirty="0"/>
              <a:t>Bullets &amp; Numbers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6DF300F-C257-7E3F-8AC1-B1FB807F3C47}"/>
              </a:ext>
            </a:extLst>
          </p:cNvPr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rPr lang="en-US" dirty="0"/>
              <a:t>03</a:t>
            </a: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2F3A5E21-2620-4DF9-86C0-5AB4F18B1E5B}"/>
              </a:ext>
            </a:extLst>
          </p:cNvPr>
          <p:cNvSpPr>
            <a:spLocks noGrp="1"/>
          </p:cNvSpPr>
          <p:nvPr>
            <p:ph sz="half" idx="32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</a:t>
            </a:r>
            <a:r>
              <a:rPr lang="en-US" dirty="0"/>
              <a:t>.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3497272F-9488-07E9-E62A-D63842421FD8}"/>
              </a:ext>
            </a:extLst>
          </p:cNvPr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rPr lang="en-US" dirty="0"/>
              <a:t>Layout with Photos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4718EB9-E3AD-6F6F-68BF-EF9C1B2DC48B}"/>
              </a:ext>
            </a:extLst>
          </p:cNvPr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rPr lang="en-US" dirty="0"/>
              <a:t>04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5F7D9C19-4815-A7CA-BF69-31A2CD43CF16}"/>
              </a:ext>
            </a:extLst>
          </p:cNvPr>
          <p:cNvSpPr>
            <a:spLocks noGrp="1"/>
          </p:cNvSpPr>
          <p:nvPr>
            <p:ph sz="half" idx="35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</a:t>
            </a:r>
            <a:r>
              <a:rPr lang="en-US" dirty="0"/>
              <a:t>.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1F203EB1-0FA2-860F-D1BA-DF49C658A646}"/>
              </a:ext>
            </a:extLst>
          </p:cNvPr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r>
              <a:rPr lang="en-US" dirty="0"/>
              <a:t>Features Layout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F611151C-E11B-4A10-039D-FB0CA02F0FE5}"/>
              </a:ext>
            </a:extLst>
          </p:cNvPr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r>
              <a:rPr lang="en-US" dirty="0"/>
              <a:t>05</a:t>
            </a:r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74697B1E-1D1F-74BC-156A-8794BC088784}"/>
              </a:ext>
            </a:extLst>
          </p:cNvPr>
          <p:cNvSpPr>
            <a:spLocks noGrp="1"/>
          </p:cNvSpPr>
          <p:nvPr>
            <p:ph sz="half" idx="38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</a:t>
            </a:r>
            <a:r>
              <a:rPr lang="en-US" dirty="0"/>
              <a:t>.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586119C5-5B1D-847D-19AB-C6925585EA7C}"/>
              </a:ext>
            </a:extLst>
          </p:cNvPr>
          <p:cNvSpPr>
            <a:spLocks noGrp="1"/>
          </p:cNvSpPr>
          <p:nvPr>
            <p:ph type="body" idx="39"/>
          </p:nvPr>
        </p:nvSpPr>
        <p:spPr/>
        <p:txBody>
          <a:bodyPr/>
          <a:lstStyle/>
          <a:p>
            <a:r>
              <a:rPr lang="en-US" dirty="0"/>
              <a:t>Charts &amp; Table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389D6B57-E545-C85F-5E46-74C8A8B9A81C}"/>
              </a:ext>
            </a:extLst>
          </p:cNvPr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9264921E-4857-2A8D-8AE2-CA296DEB0A2A}"/>
              </a:ext>
            </a:extLst>
          </p:cNvPr>
          <p:cNvSpPr>
            <a:spLocks noGrp="1"/>
          </p:cNvSpPr>
          <p:nvPr>
            <p:ph sz="half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88DBAE39-E21B-7960-25A4-53526CB80808}"/>
              </a:ext>
            </a:extLst>
          </p:cNvPr>
          <p:cNvSpPr>
            <a:spLocks noGrp="1"/>
          </p:cNvSpPr>
          <p:nvPr>
            <p:ph type="body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D3603BB2-DF08-7A4B-2C29-037CD5C18A83}"/>
              </a:ext>
            </a:extLst>
          </p:cNvPr>
          <p:cNvSpPr>
            <a:spLocks noGrp="1"/>
          </p:cNvSpPr>
          <p:nvPr>
            <p:ph type="body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33C19663-85D2-0A58-11CC-C0E60DEE8576}"/>
              </a:ext>
            </a:extLst>
          </p:cNvPr>
          <p:cNvSpPr>
            <a:spLocks noGrp="1"/>
          </p:cNvSpPr>
          <p:nvPr>
            <p:ph sz="half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EF419741-2A97-8DB2-8AB2-3DE40D647E2B}"/>
              </a:ext>
            </a:extLst>
          </p:cNvPr>
          <p:cNvSpPr>
            <a:spLocks noGrp="1"/>
          </p:cNvSpPr>
          <p:nvPr>
            <p:ph type="body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59FFCE79-493D-E06E-5BA3-65D03340FA8A}"/>
              </a:ext>
            </a:extLst>
          </p:cNvPr>
          <p:cNvSpPr>
            <a:spLocks noGrp="1"/>
          </p:cNvSpPr>
          <p:nvPr>
            <p:ph type="body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F3F5DCFB-B988-50DA-4E44-EAEDB38F1AF3}"/>
              </a:ext>
            </a:extLst>
          </p:cNvPr>
          <p:cNvSpPr>
            <a:spLocks noGrp="1"/>
          </p:cNvSpPr>
          <p:nvPr>
            <p:ph sz="half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7C41F3E-C6DE-9D8F-A6B4-1CF0A52CE542}"/>
              </a:ext>
            </a:extLst>
          </p:cNvPr>
          <p:cNvSpPr>
            <a:spLocks noGrp="1"/>
          </p:cNvSpPr>
          <p:nvPr>
            <p:ph type="body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8DF59368-BCDE-CA47-A032-2B927BDDED58}"/>
              </a:ext>
            </a:extLst>
          </p:cNvPr>
          <p:cNvSpPr>
            <a:spLocks noGrp="1"/>
          </p:cNvSpPr>
          <p:nvPr>
            <p:ph type="body" idx="4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8" name="Content Placeholder 37">
            <a:extLst>
              <a:ext uri="{FF2B5EF4-FFF2-40B4-BE49-F238E27FC236}">
                <a16:creationId xmlns:a16="http://schemas.microsoft.com/office/drawing/2014/main" id="{F1351BA4-E9FF-88A3-00D6-A5E0939B2C3A}"/>
              </a:ext>
            </a:extLst>
          </p:cNvPr>
          <p:cNvSpPr>
            <a:spLocks noGrp="1"/>
          </p:cNvSpPr>
          <p:nvPr>
            <p:ph sz="half" idx="5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A334DE0A-8142-76B5-4801-1E9D35FF9CC2}"/>
              </a:ext>
            </a:extLst>
          </p:cNvPr>
          <p:cNvSpPr>
            <a:spLocks noGrp="1"/>
          </p:cNvSpPr>
          <p:nvPr>
            <p:ph type="body" idx="5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871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F75BD-D3F3-FFD6-D281-E7536442C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Layout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DC6C9E-510C-8CDD-0A00-F0F936FA42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</a:t>
            </a:r>
            <a:r>
              <a:rPr lang="en-US" dirty="0"/>
              <a:t>, sed diam </a:t>
            </a:r>
            <a:r>
              <a:rPr lang="en-US" dirty="0" err="1"/>
              <a:t>nonumy</a:t>
            </a:r>
            <a:r>
              <a:rPr lang="en-US" dirty="0"/>
              <a:t> </a:t>
            </a:r>
            <a:r>
              <a:rPr lang="en-US" dirty="0" err="1"/>
              <a:t>eirmod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invidunt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aliquyam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, sed diam </a:t>
            </a:r>
            <a:r>
              <a:rPr lang="en-US" dirty="0" err="1"/>
              <a:t>voluptua</a:t>
            </a:r>
            <a:r>
              <a:rPr lang="en-US" dirty="0"/>
              <a:t>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0A505-BAB0-1D2E-9DB5-9EF329648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Template 2023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1DC89-685F-229B-8077-6EADDECF9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213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91B79C1-8AE4-73CC-B0A6-E9BE2CA0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5ACC36-7A84-C251-6B2D-48AFA8161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56F306F6-F42A-E210-5CA2-7352E6B4F1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C59C519D-10E0-9798-6B80-C4A89F2F36BA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dirty="0"/>
              <a:t>Layout Content</a:t>
            </a:r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78DC7D6A-836D-E443-EAE8-86F1A74E910E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</a:t>
            </a:r>
            <a:r>
              <a:rPr lang="en-US" dirty="0"/>
              <a:t>, sed diam </a:t>
            </a:r>
            <a:r>
              <a:rPr lang="en-US" dirty="0" err="1"/>
              <a:t>nonumy</a:t>
            </a:r>
            <a:r>
              <a:rPr lang="en-US" dirty="0"/>
              <a:t> </a:t>
            </a:r>
            <a:r>
              <a:rPr lang="en-US" dirty="0" err="1"/>
              <a:t>eirmod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invidunt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aliquyam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, sed diam </a:t>
            </a:r>
            <a:r>
              <a:rPr lang="en-US" dirty="0" err="1"/>
              <a:t>voluptua</a:t>
            </a:r>
            <a:r>
              <a:rPr lang="en-US" dirty="0"/>
              <a:t>. At </a:t>
            </a:r>
            <a:r>
              <a:rPr lang="en-US" dirty="0" err="1"/>
              <a:t>vero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et </a:t>
            </a:r>
            <a:r>
              <a:rPr lang="en-US" dirty="0" err="1"/>
              <a:t>accusam</a:t>
            </a:r>
            <a:r>
              <a:rPr lang="en-US" dirty="0"/>
              <a:t> et </a:t>
            </a:r>
            <a:r>
              <a:rPr lang="en-US" dirty="0" err="1"/>
              <a:t>justo</a:t>
            </a:r>
            <a:r>
              <a:rPr lang="en-US" dirty="0"/>
              <a:t> duo </a:t>
            </a:r>
            <a:r>
              <a:rPr lang="en-US" dirty="0" err="1"/>
              <a:t>dolores</a:t>
            </a:r>
            <a:r>
              <a:rPr lang="en-US" dirty="0"/>
              <a:t> et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rebum</a:t>
            </a:r>
            <a:r>
              <a:rPr lang="en-US" dirty="0"/>
              <a:t>. Stet </a:t>
            </a:r>
            <a:r>
              <a:rPr lang="en-US" dirty="0" err="1"/>
              <a:t>clita</a:t>
            </a:r>
            <a:r>
              <a:rPr lang="en-US" dirty="0"/>
              <a:t> </a:t>
            </a:r>
            <a:r>
              <a:rPr lang="en-US" dirty="0" err="1"/>
              <a:t>kasd</a:t>
            </a:r>
            <a:r>
              <a:rPr lang="en-US" dirty="0"/>
              <a:t> </a:t>
            </a:r>
            <a:r>
              <a:rPr lang="en-US" dirty="0" err="1"/>
              <a:t>gubergren</a:t>
            </a:r>
            <a:r>
              <a:rPr lang="en-US" dirty="0"/>
              <a:t>, no sea </a:t>
            </a:r>
            <a:r>
              <a:rPr lang="en-US" dirty="0" err="1"/>
              <a:t>takimata</a:t>
            </a:r>
            <a:r>
              <a:rPr lang="en-US" dirty="0"/>
              <a:t> </a:t>
            </a:r>
            <a:r>
              <a:rPr lang="en-US" dirty="0" err="1"/>
              <a:t>sanctus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Lorem ipsum dolor sit </a:t>
            </a:r>
            <a:r>
              <a:rPr lang="en-US" dirty="0" err="1"/>
              <a:t>amet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</a:t>
            </a:r>
            <a:r>
              <a:rPr lang="en-US" dirty="0"/>
              <a:t>, sed diam </a:t>
            </a:r>
            <a:r>
              <a:rPr lang="en-US" dirty="0" err="1"/>
              <a:t>nonumy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</a:t>
            </a:r>
            <a:r>
              <a:rPr lang="en-US" dirty="0"/>
              <a:t>, sed diam </a:t>
            </a:r>
            <a:r>
              <a:rPr lang="en-US" dirty="0" err="1"/>
              <a:t>nonumy</a:t>
            </a:r>
            <a:r>
              <a:rPr lang="en-US" dirty="0"/>
              <a:t> </a:t>
            </a:r>
            <a:r>
              <a:rPr lang="en-US" dirty="0" err="1"/>
              <a:t>eirmod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invidunt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aliquyam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, sed diam </a:t>
            </a:r>
            <a:r>
              <a:rPr lang="en-US" dirty="0" err="1"/>
              <a:t>voluptua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At </a:t>
            </a:r>
            <a:r>
              <a:rPr lang="en-US" dirty="0" err="1"/>
              <a:t>vero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et </a:t>
            </a:r>
            <a:r>
              <a:rPr lang="en-US" dirty="0" err="1"/>
              <a:t>accusam</a:t>
            </a:r>
            <a:r>
              <a:rPr lang="en-US" dirty="0"/>
              <a:t> et </a:t>
            </a:r>
            <a:r>
              <a:rPr lang="en-US" dirty="0" err="1"/>
              <a:t>justo</a:t>
            </a:r>
            <a:r>
              <a:rPr lang="en-US" dirty="0"/>
              <a:t> duo </a:t>
            </a:r>
            <a:r>
              <a:rPr lang="en-US" dirty="0" err="1"/>
              <a:t>dolores</a:t>
            </a:r>
            <a:r>
              <a:rPr lang="en-US" dirty="0"/>
              <a:t> et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rebum</a:t>
            </a:r>
            <a:r>
              <a:rPr lang="en-US" dirty="0"/>
              <a:t>. Stet </a:t>
            </a:r>
            <a:r>
              <a:rPr lang="en-US" dirty="0" err="1"/>
              <a:t>clita</a:t>
            </a:r>
            <a:r>
              <a:rPr lang="en-US" dirty="0"/>
              <a:t> </a:t>
            </a:r>
            <a:r>
              <a:rPr lang="en-US" dirty="0" err="1"/>
              <a:t>kasd</a:t>
            </a:r>
            <a:r>
              <a:rPr lang="en-US" dirty="0"/>
              <a:t> </a:t>
            </a:r>
            <a:r>
              <a:rPr lang="en-US" dirty="0" err="1"/>
              <a:t>gubergren</a:t>
            </a:r>
            <a:r>
              <a:rPr lang="en-US" dirty="0"/>
              <a:t>, no sea </a:t>
            </a:r>
            <a:r>
              <a:rPr lang="en-US" dirty="0" err="1"/>
              <a:t>takimata</a:t>
            </a:r>
            <a:r>
              <a:rPr lang="en-US" dirty="0"/>
              <a:t> </a:t>
            </a:r>
            <a:r>
              <a:rPr lang="en-US" dirty="0" err="1"/>
              <a:t>sanctus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Lorem ipsum dolor sit </a:t>
            </a:r>
            <a:r>
              <a:rPr lang="en-US" dirty="0" err="1"/>
              <a:t>amet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</a:t>
            </a:r>
            <a:r>
              <a:rPr lang="en-US" dirty="0"/>
              <a:t>, sed diam </a:t>
            </a:r>
            <a:r>
              <a:rPr lang="en-US" dirty="0" err="1"/>
              <a:t>nonumy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</a:t>
            </a:r>
            <a:r>
              <a:rPr lang="en-US" dirty="0"/>
              <a:t>, sed diam </a:t>
            </a:r>
            <a:r>
              <a:rPr lang="en-US" dirty="0" err="1"/>
              <a:t>nonumy</a:t>
            </a:r>
            <a:r>
              <a:rPr lang="en-US" dirty="0"/>
              <a:t> </a:t>
            </a:r>
            <a:r>
              <a:rPr lang="en-US" dirty="0" err="1"/>
              <a:t>eirmod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invidunt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aliquyam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, sed diam </a:t>
            </a:r>
            <a:r>
              <a:rPr lang="en-US" dirty="0" err="1"/>
              <a:t>voluptua</a:t>
            </a:r>
            <a:r>
              <a:rPr lang="en-US" dirty="0"/>
              <a:t>. At </a:t>
            </a:r>
            <a:r>
              <a:rPr lang="en-US" dirty="0" err="1"/>
              <a:t>vero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et </a:t>
            </a:r>
            <a:r>
              <a:rPr lang="en-US" dirty="0" err="1"/>
              <a:t>accusam</a:t>
            </a:r>
            <a:r>
              <a:rPr lang="en-US" dirty="0"/>
              <a:t> et </a:t>
            </a:r>
            <a:r>
              <a:rPr lang="en-US" dirty="0" err="1"/>
              <a:t>justo</a:t>
            </a:r>
            <a:r>
              <a:rPr lang="en-US" dirty="0"/>
              <a:t> duo </a:t>
            </a:r>
            <a:r>
              <a:rPr lang="en-US" dirty="0" err="1"/>
              <a:t>dolores</a:t>
            </a:r>
            <a:r>
              <a:rPr lang="en-US" dirty="0"/>
              <a:t> et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rebum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33648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Content Placeholder 71">
            <a:extLst>
              <a:ext uri="{FF2B5EF4-FFF2-40B4-BE49-F238E27FC236}">
                <a16:creationId xmlns:a16="http://schemas.microsoft.com/office/drawing/2014/main" id="{9C0FB146-F2CF-E054-5F61-0449FFFDE2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At </a:t>
            </a:r>
            <a:r>
              <a:rPr lang="en-US" dirty="0" err="1"/>
              <a:t>vero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et </a:t>
            </a:r>
            <a:r>
              <a:rPr lang="en-US" dirty="0" err="1"/>
              <a:t>accusam</a:t>
            </a:r>
            <a:r>
              <a:rPr lang="en-US" dirty="0"/>
              <a:t> et </a:t>
            </a:r>
            <a:r>
              <a:rPr lang="en-US" dirty="0" err="1"/>
              <a:t>justo</a:t>
            </a:r>
            <a:r>
              <a:rPr lang="en-US" dirty="0"/>
              <a:t> duo </a:t>
            </a:r>
            <a:r>
              <a:rPr lang="en-US" dirty="0" err="1"/>
              <a:t>dolores</a:t>
            </a:r>
            <a:r>
              <a:rPr lang="en-US" dirty="0"/>
              <a:t> et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rebum</a:t>
            </a:r>
            <a:r>
              <a:rPr lang="en-US" dirty="0"/>
              <a:t>. Stet </a:t>
            </a:r>
            <a:r>
              <a:rPr lang="en-US" dirty="0" err="1"/>
              <a:t>clita</a:t>
            </a:r>
            <a:r>
              <a:rPr lang="en-US" dirty="0"/>
              <a:t> </a:t>
            </a:r>
            <a:r>
              <a:rPr lang="en-US" dirty="0" err="1"/>
              <a:t>kasd</a:t>
            </a:r>
            <a:r>
              <a:rPr lang="en-US" dirty="0"/>
              <a:t> </a:t>
            </a:r>
            <a:r>
              <a:rPr lang="en-US" dirty="0" err="1"/>
              <a:t>gubergren</a:t>
            </a:r>
            <a:r>
              <a:rPr lang="en-US" dirty="0"/>
              <a:t>, no sea </a:t>
            </a:r>
            <a:r>
              <a:rPr lang="en-US" dirty="0" err="1"/>
              <a:t>takimata</a:t>
            </a:r>
            <a:r>
              <a:rPr lang="en-US" dirty="0"/>
              <a:t> </a:t>
            </a:r>
            <a:r>
              <a:rPr lang="en-US" dirty="0" err="1"/>
              <a:t>sanctus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Lorem ipsum dolor sit </a:t>
            </a:r>
            <a:r>
              <a:rPr lang="en-US" dirty="0" err="1"/>
              <a:t>amet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Stet </a:t>
            </a:r>
            <a:r>
              <a:rPr lang="en-US" dirty="0" err="1"/>
              <a:t>clita</a:t>
            </a:r>
            <a:r>
              <a:rPr lang="en-US" dirty="0"/>
              <a:t> </a:t>
            </a:r>
            <a:r>
              <a:rPr lang="en-US" dirty="0" err="1"/>
              <a:t>kasd</a:t>
            </a:r>
            <a:r>
              <a:rPr lang="en-US" dirty="0"/>
              <a:t> </a:t>
            </a:r>
            <a:r>
              <a:rPr lang="en-US" dirty="0" err="1"/>
              <a:t>gubergren</a:t>
            </a:r>
            <a:r>
              <a:rPr lang="en-US" dirty="0"/>
              <a:t>, no sea </a:t>
            </a:r>
            <a:r>
              <a:rPr lang="en-US" dirty="0" err="1"/>
              <a:t>takimata</a:t>
            </a:r>
            <a:r>
              <a:rPr lang="en-US" dirty="0"/>
              <a:t> </a:t>
            </a:r>
            <a:r>
              <a:rPr lang="en-US" dirty="0" err="1"/>
              <a:t>sanctus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Lorem ipsum dolor sit </a:t>
            </a:r>
            <a:r>
              <a:rPr lang="en-US" dirty="0" err="1"/>
              <a:t>amet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</a:t>
            </a:r>
            <a:r>
              <a:rPr lang="en-US" dirty="0"/>
              <a:t>, sed diam </a:t>
            </a:r>
            <a:r>
              <a:rPr lang="en-US" dirty="0" err="1"/>
              <a:t>nonumy</a:t>
            </a:r>
            <a:r>
              <a:rPr lang="en-US" dirty="0"/>
              <a:t>.</a:t>
            </a:r>
          </a:p>
        </p:txBody>
      </p:sp>
      <p:sp>
        <p:nvSpPr>
          <p:cNvPr id="73" name="Content Placeholder 72">
            <a:extLst>
              <a:ext uri="{FF2B5EF4-FFF2-40B4-BE49-F238E27FC236}">
                <a16:creationId xmlns:a16="http://schemas.microsoft.com/office/drawing/2014/main" id="{2BED4991-97DD-EF0C-2C17-6FD0DF37C3D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At </a:t>
            </a:r>
            <a:r>
              <a:rPr lang="en-US" dirty="0" err="1"/>
              <a:t>vero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et </a:t>
            </a:r>
            <a:r>
              <a:rPr lang="en-US" dirty="0" err="1"/>
              <a:t>accusam</a:t>
            </a:r>
            <a:r>
              <a:rPr lang="en-US" dirty="0"/>
              <a:t> et </a:t>
            </a:r>
            <a:r>
              <a:rPr lang="en-US" dirty="0" err="1"/>
              <a:t>justo</a:t>
            </a:r>
            <a:r>
              <a:rPr lang="en-US" dirty="0"/>
              <a:t> duo </a:t>
            </a:r>
            <a:r>
              <a:rPr lang="en-US" dirty="0" err="1"/>
              <a:t>dolores</a:t>
            </a:r>
            <a:r>
              <a:rPr lang="en-US" dirty="0"/>
              <a:t> et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rebum</a:t>
            </a:r>
            <a:r>
              <a:rPr lang="en-US" dirty="0"/>
              <a:t>. Stet </a:t>
            </a:r>
            <a:r>
              <a:rPr lang="en-US" dirty="0" err="1"/>
              <a:t>clita</a:t>
            </a:r>
            <a:r>
              <a:rPr lang="en-US" dirty="0"/>
              <a:t> </a:t>
            </a:r>
            <a:r>
              <a:rPr lang="en-US" dirty="0" err="1"/>
              <a:t>kasd</a:t>
            </a:r>
            <a:r>
              <a:rPr lang="en-US" dirty="0"/>
              <a:t> </a:t>
            </a:r>
            <a:r>
              <a:rPr lang="en-US" dirty="0" err="1"/>
              <a:t>gubergren</a:t>
            </a:r>
            <a:r>
              <a:rPr lang="en-US" dirty="0"/>
              <a:t>, no sea </a:t>
            </a:r>
            <a:r>
              <a:rPr lang="en-US" dirty="0" err="1"/>
              <a:t>takimata</a:t>
            </a:r>
            <a:r>
              <a:rPr lang="en-US" dirty="0"/>
              <a:t> </a:t>
            </a:r>
            <a:r>
              <a:rPr lang="en-US" dirty="0" err="1"/>
              <a:t>sanctus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Lorem ipsum dolor sit </a:t>
            </a:r>
            <a:r>
              <a:rPr lang="en-US" dirty="0" err="1"/>
              <a:t>amet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Stet </a:t>
            </a:r>
            <a:r>
              <a:rPr lang="en-US" dirty="0" err="1"/>
              <a:t>clita</a:t>
            </a:r>
            <a:r>
              <a:rPr lang="en-US" dirty="0"/>
              <a:t> </a:t>
            </a:r>
            <a:r>
              <a:rPr lang="en-US" dirty="0" err="1"/>
              <a:t>kasd</a:t>
            </a:r>
            <a:r>
              <a:rPr lang="en-US" dirty="0"/>
              <a:t> </a:t>
            </a:r>
            <a:r>
              <a:rPr lang="en-US" dirty="0" err="1"/>
              <a:t>gubergren</a:t>
            </a:r>
            <a:r>
              <a:rPr lang="en-US" dirty="0"/>
              <a:t>, no sea </a:t>
            </a:r>
            <a:r>
              <a:rPr lang="en-US" dirty="0" err="1"/>
              <a:t>takimata</a:t>
            </a:r>
            <a:r>
              <a:rPr lang="en-US" dirty="0"/>
              <a:t> </a:t>
            </a:r>
            <a:r>
              <a:rPr lang="en-US" dirty="0" err="1"/>
              <a:t>sanctus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Lorem ipsum dolor sit </a:t>
            </a:r>
            <a:r>
              <a:rPr lang="en-US" dirty="0" err="1"/>
              <a:t>amet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</a:t>
            </a:r>
            <a:r>
              <a:rPr lang="en-US" dirty="0"/>
              <a:t>, sed diam </a:t>
            </a:r>
            <a:r>
              <a:rPr lang="en-US" dirty="0" err="1"/>
              <a:t>nonumy</a:t>
            </a:r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7CF3B9-0D6B-A841-B93B-688A9A4A4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9A6F3B-A502-9022-F9DC-418D34089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22071D87-90CA-8F62-86C0-39D7CDEC5039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75" name="Content Placeholder 74">
            <a:extLst>
              <a:ext uri="{FF2B5EF4-FFF2-40B4-BE49-F238E27FC236}">
                <a16:creationId xmlns:a16="http://schemas.microsoft.com/office/drawing/2014/main" id="{468AFB31-2906-A218-47D2-3853D50D13E7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dirty="0"/>
              <a:t>Layout Content</a:t>
            </a:r>
          </a:p>
        </p:txBody>
      </p:sp>
    </p:spTree>
    <p:extLst>
      <p:ext uri="{BB962C8B-B14F-4D97-AF65-F5344CB8AC3E}">
        <p14:creationId xmlns:p14="http://schemas.microsoft.com/office/powerpoint/2010/main" val="3411946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C0106F-943D-7FDA-6821-B9CFCF3381A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</a:t>
            </a:r>
            <a:r>
              <a:rPr lang="en-US" dirty="0"/>
              <a:t>, sed diam </a:t>
            </a:r>
            <a:r>
              <a:rPr lang="en-US" dirty="0" err="1"/>
              <a:t>nonumy</a:t>
            </a:r>
            <a:r>
              <a:rPr lang="en-US" dirty="0"/>
              <a:t> </a:t>
            </a:r>
            <a:r>
              <a:rPr lang="en-US" dirty="0" err="1"/>
              <a:t>eirmod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invidunt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aliquyam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, sed diam.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At </a:t>
            </a:r>
            <a:r>
              <a:rPr lang="en-US" dirty="0" err="1"/>
              <a:t>vero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et </a:t>
            </a:r>
            <a:r>
              <a:rPr lang="en-US" dirty="0" err="1"/>
              <a:t>accusam</a:t>
            </a:r>
            <a:r>
              <a:rPr lang="en-US" dirty="0"/>
              <a:t> et </a:t>
            </a:r>
            <a:r>
              <a:rPr lang="en-US" dirty="0" err="1"/>
              <a:t>justo</a:t>
            </a:r>
            <a:r>
              <a:rPr lang="en-US" dirty="0"/>
              <a:t> duo </a:t>
            </a:r>
            <a:r>
              <a:rPr lang="en-US" dirty="0" err="1"/>
              <a:t>dolores</a:t>
            </a:r>
            <a:r>
              <a:rPr lang="en-US" dirty="0"/>
              <a:t> et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rebum</a:t>
            </a:r>
            <a:r>
              <a:rPr lang="en-US" dirty="0"/>
              <a:t>. Stet </a:t>
            </a:r>
            <a:r>
              <a:rPr lang="en-US" dirty="0" err="1"/>
              <a:t>clita</a:t>
            </a:r>
            <a:r>
              <a:rPr lang="en-US" dirty="0"/>
              <a:t> </a:t>
            </a:r>
            <a:r>
              <a:rPr lang="en-US" dirty="0" err="1"/>
              <a:t>kasd</a:t>
            </a:r>
            <a:r>
              <a:rPr lang="en-US" dirty="0"/>
              <a:t> </a:t>
            </a:r>
            <a:r>
              <a:rPr lang="en-US" dirty="0" err="1"/>
              <a:t>gubergren</a:t>
            </a:r>
            <a:r>
              <a:rPr lang="en-US" dirty="0"/>
              <a:t>, no sea </a:t>
            </a:r>
            <a:r>
              <a:rPr lang="en-US" dirty="0" err="1"/>
              <a:t>takimata</a:t>
            </a:r>
            <a:r>
              <a:rPr lang="en-US" dirty="0"/>
              <a:t> </a:t>
            </a:r>
            <a:r>
              <a:rPr lang="en-US" dirty="0" err="1"/>
              <a:t>sanctus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Lorem ipsum dolor sit </a:t>
            </a:r>
            <a:r>
              <a:rPr lang="en-US" dirty="0" err="1"/>
              <a:t>amet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consetetur</a:t>
            </a:r>
            <a:r>
              <a:rPr lang="en-US" dirty="0"/>
              <a:t> diam </a:t>
            </a:r>
            <a:r>
              <a:rPr lang="en-US" dirty="0" err="1"/>
              <a:t>nonumy</a:t>
            </a:r>
            <a:r>
              <a:rPr lang="en-US" dirty="0"/>
              <a:t>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EC0A29-AB70-D980-DAAC-0AD4097AE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CEC535-F91C-05AA-701D-83CC0DBD6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8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2458AF-9054-37BF-68C5-309AE235DADC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D8E036-9A92-C091-7008-54C568497CC0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dirty="0"/>
              <a:t>Layout Content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3ED3601-3567-705C-91D7-9B52EFF81080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</a:t>
            </a:r>
            <a:r>
              <a:rPr lang="en-US" dirty="0"/>
              <a:t>, sed diam </a:t>
            </a:r>
            <a:r>
              <a:rPr lang="en-US" dirty="0" err="1"/>
              <a:t>nonumy</a:t>
            </a:r>
            <a:r>
              <a:rPr lang="en-US" dirty="0"/>
              <a:t> </a:t>
            </a:r>
            <a:r>
              <a:rPr lang="en-US" dirty="0" err="1"/>
              <a:t>eirmod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invidunt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aliquyam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, sed diam.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At </a:t>
            </a:r>
            <a:r>
              <a:rPr lang="en-US" dirty="0" err="1"/>
              <a:t>vero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et </a:t>
            </a:r>
            <a:r>
              <a:rPr lang="en-US" dirty="0" err="1"/>
              <a:t>accusam</a:t>
            </a:r>
            <a:r>
              <a:rPr lang="en-US" dirty="0"/>
              <a:t> et </a:t>
            </a:r>
            <a:r>
              <a:rPr lang="en-US" dirty="0" err="1"/>
              <a:t>justo</a:t>
            </a:r>
            <a:r>
              <a:rPr lang="en-US" dirty="0"/>
              <a:t> duo </a:t>
            </a:r>
            <a:r>
              <a:rPr lang="en-US" dirty="0" err="1"/>
              <a:t>dolores</a:t>
            </a:r>
            <a:r>
              <a:rPr lang="en-US" dirty="0"/>
              <a:t> et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rebum</a:t>
            </a:r>
            <a:r>
              <a:rPr lang="en-US" dirty="0"/>
              <a:t>. Stet </a:t>
            </a:r>
            <a:r>
              <a:rPr lang="en-US" dirty="0" err="1"/>
              <a:t>clita</a:t>
            </a:r>
            <a:r>
              <a:rPr lang="en-US" dirty="0"/>
              <a:t> </a:t>
            </a:r>
            <a:r>
              <a:rPr lang="en-US" dirty="0" err="1"/>
              <a:t>kasd</a:t>
            </a:r>
            <a:r>
              <a:rPr lang="en-US" dirty="0"/>
              <a:t> </a:t>
            </a:r>
            <a:r>
              <a:rPr lang="en-US" dirty="0" err="1"/>
              <a:t>gubergren</a:t>
            </a:r>
            <a:r>
              <a:rPr lang="en-US" dirty="0"/>
              <a:t>, no sea </a:t>
            </a:r>
            <a:r>
              <a:rPr lang="en-US" dirty="0" err="1"/>
              <a:t>takimata</a:t>
            </a:r>
            <a:r>
              <a:rPr lang="en-US" dirty="0"/>
              <a:t> </a:t>
            </a:r>
            <a:r>
              <a:rPr lang="en-US" dirty="0" err="1"/>
              <a:t>sanctus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Lorem ipsum dolor sit </a:t>
            </a:r>
            <a:r>
              <a:rPr lang="en-US" dirty="0" err="1"/>
              <a:t>amet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consetetur</a:t>
            </a:r>
            <a:r>
              <a:rPr lang="en-US" dirty="0"/>
              <a:t> diam </a:t>
            </a:r>
            <a:r>
              <a:rPr lang="en-US" dirty="0" err="1"/>
              <a:t>nonumy</a:t>
            </a:r>
            <a:r>
              <a:rPr lang="en-US" dirty="0"/>
              <a:t>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CF4DA23-3CB0-A77C-D963-7BD8E0A0D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8408" y="2011680"/>
            <a:ext cx="4937760" cy="461665"/>
          </a:xfrm>
        </p:spPr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6710D56-D7AB-C75D-C7F5-ADE57A995090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6400800" y="2011680"/>
            <a:ext cx="4937760" cy="461665"/>
          </a:xfrm>
        </p:spPr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8105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F75BD-D3F3-FFD6-D281-E7536442C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Bullets &amp; Numbers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DC6C9E-510C-8CDD-0A00-F0F936FA42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</a:t>
            </a:r>
            <a:r>
              <a:rPr lang="en-US" dirty="0"/>
              <a:t>, sed diam </a:t>
            </a:r>
            <a:r>
              <a:rPr lang="en-US" dirty="0" err="1"/>
              <a:t>nonumy</a:t>
            </a:r>
            <a:r>
              <a:rPr lang="en-US" dirty="0"/>
              <a:t> </a:t>
            </a:r>
            <a:r>
              <a:rPr lang="en-US" dirty="0" err="1"/>
              <a:t>eirmod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invidunt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aliquyam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, sed diam </a:t>
            </a:r>
            <a:r>
              <a:rPr lang="en-US" dirty="0" err="1"/>
              <a:t>voluptua</a:t>
            </a:r>
            <a:r>
              <a:rPr lang="en-US" dirty="0"/>
              <a:t>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0A505-BAB0-1D2E-9DB5-9EF329648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Template 2023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1DC89-685F-229B-8077-6EADDECF9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647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50000">
              <a:schemeClr val="bg1"/>
            </a:gs>
            <a:gs pos="100000">
              <a:schemeClr val="accent2">
                <a:lumMod val="40000"/>
                <a:lumOff val="60000"/>
                <a:alpha val="4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64829ED-9D58-B905-5D68-77A8F147B08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</a:t>
            </a:r>
            <a:r>
              <a:rPr lang="en-US" dirty="0"/>
              <a:t>, sed diam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</a:t>
            </a:r>
            <a:r>
              <a:rPr lang="en-US" dirty="0"/>
              <a:t>, sed diam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</a:t>
            </a:r>
            <a:r>
              <a:rPr lang="en-US" dirty="0"/>
              <a:t>, sed diam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</a:t>
            </a:r>
            <a:r>
              <a:rPr lang="en-US" dirty="0"/>
              <a:t>, sed diam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36DCED-EBCD-5A22-7512-FEBF6088C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C008A4-14C3-A6B6-FE3A-BE4E993A7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BD68A07-D8B2-B545-30E0-4380ECE6C3B4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E066FEB4-C250-CCAD-A135-1A7E2BAB6F16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dirty="0"/>
              <a:t>Bullets &amp; Numbers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72D92A5-5757-E7AB-7A8D-B653B2EE70E3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</a:t>
            </a:r>
            <a:r>
              <a:rPr lang="en-US" dirty="0"/>
              <a:t>, sed diam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</a:t>
            </a:r>
            <a:r>
              <a:rPr lang="en-US" dirty="0"/>
              <a:t>, sed diam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</a:t>
            </a:r>
            <a:r>
              <a:rPr lang="en-US" dirty="0"/>
              <a:t>, sed diam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</a:t>
            </a:r>
            <a:r>
              <a:rPr lang="en-US" dirty="0"/>
              <a:t>, sed diam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CF1C3C1-ABC7-2592-9D93-5E2A37E51D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E10A1F6-A8F7-F8A7-4A62-03C0EED8F4C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5595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B3FEAD-DB53-A4F2-A468-04C6ABFDD88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</a:t>
            </a:r>
            <a:r>
              <a:rPr lang="en-US" dirty="0"/>
              <a:t>, sed diam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</a:t>
            </a:r>
            <a:r>
              <a:rPr lang="en-US" dirty="0"/>
              <a:t>, sed diam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</a:t>
            </a:r>
            <a:r>
              <a:rPr lang="en-US" dirty="0"/>
              <a:t>, sed diam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BE972C-F4EA-1A4B-5041-C3EF0B406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E0BF43-DF81-53E5-A977-703F12B7A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6564E5-0C53-B977-C642-F34CADF17B53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1498E8-60E1-4A06-593B-2090805B11E8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dirty="0"/>
              <a:t>Bullets &amp; Numbers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DC848A-ED18-A702-0B09-0E0F5F97BD39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</a:t>
            </a:r>
            <a:r>
              <a:rPr lang="en-US" dirty="0"/>
              <a:t>, sed diam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</a:t>
            </a:r>
            <a:r>
              <a:rPr lang="en-US" dirty="0"/>
              <a:t>, sed diam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</a:t>
            </a:r>
            <a:r>
              <a:rPr lang="en-US" dirty="0"/>
              <a:t>, sed diam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99DAE78-2558-2CC6-159A-3FC594AD2B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63D37E0-A294-A333-9551-4DCB6E8A1A30}"/>
              </a:ext>
            </a:extLst>
          </p:cNvPr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ipsum dolor sit </a:t>
            </a:r>
            <a:r>
              <a:rPr lang="en-US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0883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0683215-FB5E-2A4B-5F49-1791939F9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15BE94-355E-EAAD-359F-6FA335AC9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12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24D83E-4C14-3F66-738D-798EF862FC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A6C95C-BB03-34F9-7DAE-183B3A211B19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F7C492-F773-737C-0B51-9C4663EA2CE0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690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22B4D-82BF-5D3B-47AE-90CC18DA9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83BF0-6049-5645-6244-96FF11C201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21DBC6-738A-B8CE-9C21-9EBE804DC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205B82-7F43-B63B-37D3-D1B8CDB5D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8060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F75BD-D3F3-FFD6-D281-E7536442C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Layout with Photos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DC6C9E-510C-8CDD-0A00-F0F936FA42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</a:t>
            </a:r>
            <a:r>
              <a:rPr lang="en-US" dirty="0"/>
              <a:t>, sed diam </a:t>
            </a:r>
            <a:r>
              <a:rPr lang="en-US" dirty="0" err="1"/>
              <a:t>nonumy</a:t>
            </a:r>
            <a:r>
              <a:rPr lang="en-US" dirty="0"/>
              <a:t> </a:t>
            </a:r>
            <a:r>
              <a:rPr lang="en-US" dirty="0" err="1"/>
              <a:t>eirmod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invidunt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aliquyam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, sed diam </a:t>
            </a:r>
            <a:r>
              <a:rPr lang="en-US" dirty="0" err="1"/>
              <a:t>voluptua</a:t>
            </a:r>
            <a:r>
              <a:rPr lang="en-US" dirty="0"/>
              <a:t>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0A505-BAB0-1D2E-9DB5-9EF329648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Template 2023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1DC89-685F-229B-8077-6EADDECF9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5048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FE812CC-1A9F-0204-74B0-6AECE64876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469350DC-FBCA-C91C-FE90-768472837CF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Stet </a:t>
            </a:r>
            <a:r>
              <a:rPr lang="en-US" dirty="0" err="1"/>
              <a:t>clita</a:t>
            </a:r>
            <a:r>
              <a:rPr lang="en-US" dirty="0"/>
              <a:t> </a:t>
            </a:r>
            <a:r>
              <a:rPr lang="en-US" dirty="0" err="1"/>
              <a:t>kasd</a:t>
            </a:r>
            <a:r>
              <a:rPr lang="en-US" dirty="0"/>
              <a:t> </a:t>
            </a:r>
            <a:r>
              <a:rPr lang="en-US" dirty="0" err="1"/>
              <a:t>gubergren</a:t>
            </a:r>
            <a:r>
              <a:rPr lang="en-US" dirty="0"/>
              <a:t>, no sea </a:t>
            </a:r>
            <a:r>
              <a:rPr lang="en-US" dirty="0" err="1"/>
              <a:t>takimata</a:t>
            </a:r>
            <a:r>
              <a:rPr lang="en-US" dirty="0"/>
              <a:t> </a:t>
            </a:r>
            <a:r>
              <a:rPr lang="en-US" dirty="0" err="1"/>
              <a:t>sanctus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Lorem ipsum dolor sit </a:t>
            </a:r>
            <a:r>
              <a:rPr lang="en-US" dirty="0" err="1"/>
              <a:t>amet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</a:t>
            </a:r>
            <a:r>
              <a:rPr lang="en-US" dirty="0"/>
              <a:t>, sed diam </a:t>
            </a:r>
            <a:r>
              <a:rPr lang="en-US" dirty="0" err="1"/>
              <a:t>nonumy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At </a:t>
            </a:r>
            <a:r>
              <a:rPr lang="en-US" dirty="0" err="1"/>
              <a:t>vero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et </a:t>
            </a:r>
            <a:r>
              <a:rPr lang="en-US" dirty="0" err="1"/>
              <a:t>accusam</a:t>
            </a:r>
            <a:r>
              <a:rPr lang="en-US" dirty="0"/>
              <a:t> et </a:t>
            </a:r>
            <a:r>
              <a:rPr lang="en-US" dirty="0" err="1"/>
              <a:t>justo</a:t>
            </a:r>
            <a:r>
              <a:rPr lang="en-US" dirty="0"/>
              <a:t> duo </a:t>
            </a:r>
            <a:r>
              <a:rPr lang="en-US" dirty="0" err="1"/>
              <a:t>dolores</a:t>
            </a:r>
            <a:r>
              <a:rPr lang="en-US" dirty="0"/>
              <a:t> et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rebum</a:t>
            </a:r>
            <a:r>
              <a:rPr lang="en-US" dirty="0"/>
              <a:t>. Stet </a:t>
            </a:r>
            <a:r>
              <a:rPr lang="en-US" dirty="0" err="1"/>
              <a:t>clita</a:t>
            </a:r>
            <a:r>
              <a:rPr lang="en-US" dirty="0"/>
              <a:t> </a:t>
            </a:r>
            <a:r>
              <a:rPr lang="en-US" dirty="0" err="1"/>
              <a:t>kasd</a:t>
            </a:r>
            <a:r>
              <a:rPr lang="en-US" dirty="0"/>
              <a:t> </a:t>
            </a:r>
            <a:r>
              <a:rPr lang="en-US" dirty="0" err="1"/>
              <a:t>gubergren</a:t>
            </a:r>
            <a:r>
              <a:rPr lang="en-US" dirty="0"/>
              <a:t>, no sea </a:t>
            </a:r>
            <a:r>
              <a:rPr lang="en-US" dirty="0" err="1"/>
              <a:t>takimata</a:t>
            </a:r>
            <a:r>
              <a:rPr lang="en-US" dirty="0"/>
              <a:t> </a:t>
            </a:r>
            <a:r>
              <a:rPr lang="en-US" dirty="0" err="1"/>
              <a:t>sanctus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Lorem ipsum dolor sit </a:t>
            </a:r>
            <a:r>
              <a:rPr lang="en-US" dirty="0" err="1"/>
              <a:t>amet</a:t>
            </a:r>
            <a:r>
              <a:rPr lang="en-US" dirty="0"/>
              <a:t>.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D1190A-7958-CB46-2B26-CF17217E2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Template 2023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408AFF-CEBE-B169-B41E-F7EE4A2A5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15</a:t>
            </a:fld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75C74B8-76EA-C817-A5E0-15D4BB545708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8C41EA0B-7C1B-CE28-D0B3-ECE78A048009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dirty="0"/>
              <a:t>Layout with Photos</a:t>
            </a:r>
          </a:p>
        </p:txBody>
      </p:sp>
      <p:pic>
        <p:nvPicPr>
          <p:cNvPr id="22" name="Picture Placeholder 21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C6BAFEDF-58A0-3E74-6108-63CA6A46A05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2"/>
          <a:srcRect t="-1260" b="3224"/>
          <a:stretch/>
        </p:blipFill>
        <p:spPr>
          <a:xfrm>
            <a:off x="6562640" y="1710290"/>
            <a:ext cx="4785857" cy="3997678"/>
          </a:xfrm>
        </p:spPr>
      </p:pic>
    </p:spTree>
    <p:extLst>
      <p:ext uri="{BB962C8B-B14F-4D97-AF65-F5344CB8AC3E}">
        <p14:creationId xmlns:p14="http://schemas.microsoft.com/office/powerpoint/2010/main" val="30128010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BCA8E9A-367D-F3E3-1F59-D43B15DCF0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7C4B2B5-F092-CC5D-3547-F175E9459CB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</a:t>
            </a:r>
            <a:r>
              <a:rPr lang="en-US" dirty="0"/>
              <a:t>, sed diam </a:t>
            </a:r>
            <a:r>
              <a:rPr lang="en-US" dirty="0" err="1"/>
              <a:t>nonumy</a:t>
            </a:r>
            <a:r>
              <a:rPr lang="en-US" dirty="0"/>
              <a:t> </a:t>
            </a:r>
            <a:r>
              <a:rPr lang="en-US" dirty="0" err="1"/>
              <a:t>eirmod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invidunt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aliquyam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, sed diam </a:t>
            </a:r>
            <a:r>
              <a:rPr lang="en-US" dirty="0" err="1"/>
              <a:t>voluptua</a:t>
            </a:r>
            <a:r>
              <a:rPr lang="en-US" dirty="0"/>
              <a:t>. At </a:t>
            </a:r>
            <a:r>
              <a:rPr lang="en-US" dirty="0" err="1"/>
              <a:t>vero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et </a:t>
            </a:r>
            <a:r>
              <a:rPr lang="en-US" dirty="0" err="1"/>
              <a:t>accusam</a:t>
            </a:r>
            <a:r>
              <a:rPr lang="en-US" dirty="0"/>
              <a:t> et </a:t>
            </a:r>
            <a:r>
              <a:rPr lang="en-US" dirty="0" err="1"/>
              <a:t>justo</a:t>
            </a:r>
            <a:r>
              <a:rPr lang="en-US" dirty="0"/>
              <a:t> duo </a:t>
            </a:r>
            <a:r>
              <a:rPr lang="en-US" dirty="0" err="1"/>
              <a:t>dolores</a:t>
            </a:r>
            <a:r>
              <a:rPr lang="en-US" dirty="0"/>
              <a:t> et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rebum</a:t>
            </a:r>
            <a:r>
              <a:rPr lang="en-US" dirty="0"/>
              <a:t>. Stet </a:t>
            </a:r>
            <a:r>
              <a:rPr lang="en-US" dirty="0" err="1"/>
              <a:t>clita</a:t>
            </a:r>
            <a:r>
              <a:rPr lang="en-US" dirty="0"/>
              <a:t> </a:t>
            </a:r>
            <a:r>
              <a:rPr lang="en-US" dirty="0" err="1"/>
              <a:t>kasd</a:t>
            </a:r>
            <a:r>
              <a:rPr lang="en-US" dirty="0"/>
              <a:t> </a:t>
            </a:r>
            <a:r>
              <a:rPr lang="en-US" dirty="0" err="1"/>
              <a:t>gubergren</a:t>
            </a:r>
            <a:r>
              <a:rPr lang="en-US" dirty="0"/>
              <a:t>, </a:t>
            </a:r>
            <a:r>
              <a:rPr lang="en-US" dirty="0" err="1"/>
              <a:t>nclita</a:t>
            </a:r>
            <a:r>
              <a:rPr lang="en-US" dirty="0"/>
              <a:t> </a:t>
            </a:r>
            <a:r>
              <a:rPr lang="en-US" dirty="0" err="1"/>
              <a:t>kasd</a:t>
            </a:r>
            <a:r>
              <a:rPr lang="en-US" dirty="0"/>
              <a:t> </a:t>
            </a:r>
            <a:r>
              <a:rPr lang="en-US" dirty="0" err="1"/>
              <a:t>gubergren</a:t>
            </a:r>
            <a:r>
              <a:rPr lang="en-US" dirty="0"/>
              <a:t>, no sea </a:t>
            </a:r>
            <a:r>
              <a:rPr lang="en-US" dirty="0" err="1"/>
              <a:t>takimata</a:t>
            </a:r>
            <a:r>
              <a:rPr lang="en-US" dirty="0"/>
              <a:t> </a:t>
            </a:r>
            <a:r>
              <a:rPr lang="en-US" dirty="0" err="1"/>
              <a:t>sanctus</a:t>
            </a:r>
            <a:r>
              <a:rPr lang="en-US" dirty="0"/>
              <a:t> </a:t>
            </a:r>
            <a:r>
              <a:rPr lang="en-US" dirty="0" err="1"/>
              <a:t>est</a:t>
            </a:r>
            <a:endParaRPr lang="en-US" dirty="0"/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.</a:t>
            </a:r>
          </a:p>
          <a:p>
            <a:r>
              <a:rPr lang="en-US" dirty="0" err="1"/>
              <a:t>Dsit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</a:t>
            </a:r>
            <a:r>
              <a:rPr lang="en-US" dirty="0"/>
              <a:t> </a:t>
            </a:r>
            <a:r>
              <a:rPr lang="en-US" dirty="0" err="1"/>
              <a:t>senonumy</a:t>
            </a:r>
            <a:r>
              <a:rPr lang="en-US" dirty="0"/>
              <a:t>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D1190A-7958-CB46-2B26-CF17217E2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408AFF-CEBE-B169-B41E-F7EE4A2A5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E7B840D-B115-0A81-3236-65533CE0C488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A3A88FE-54C5-5981-AA31-2B6F997B0871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dirty="0"/>
              <a:t>Layout with Photos</a:t>
            </a:r>
          </a:p>
        </p:txBody>
      </p:sp>
      <p:pic>
        <p:nvPicPr>
          <p:cNvPr id="23" name="Picture 22" descr="A picture containing text, person, female&#10;&#10;Description automatically generated">
            <a:extLst>
              <a:ext uri="{FF2B5EF4-FFF2-40B4-BE49-F238E27FC236}">
                <a16:creationId xmlns:a16="http://schemas.microsoft.com/office/drawing/2014/main" id="{5C6CF4A6-5F4E-7BFB-0A9B-C69CC61D8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084" y="1652160"/>
            <a:ext cx="4937760" cy="433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0081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C67BCB53-6AFA-8CBC-BBD2-1DADA4B5E8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CCEE6112-BB7D-918D-959F-AA3A62F6BFE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At </a:t>
            </a:r>
            <a:r>
              <a:rPr lang="en-US" dirty="0" err="1"/>
              <a:t>vero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et </a:t>
            </a:r>
            <a:r>
              <a:rPr lang="en-US" dirty="0" err="1"/>
              <a:t>accusam</a:t>
            </a:r>
            <a:r>
              <a:rPr lang="en-US" dirty="0"/>
              <a:t> et </a:t>
            </a:r>
            <a:r>
              <a:rPr lang="en-US" dirty="0" err="1"/>
              <a:t>justo</a:t>
            </a:r>
            <a:r>
              <a:rPr lang="en-US" dirty="0"/>
              <a:t> duo </a:t>
            </a:r>
            <a:r>
              <a:rPr lang="en-US" dirty="0" err="1"/>
              <a:t>dolores</a:t>
            </a:r>
            <a:r>
              <a:rPr lang="en-US" dirty="0"/>
              <a:t> et </a:t>
            </a:r>
            <a:r>
              <a:rPr lang="en-US" dirty="0" err="1"/>
              <a:t>ea</a:t>
            </a:r>
            <a:r>
              <a:rPr lang="en-US" dirty="0"/>
              <a:t> rebut </a:t>
            </a:r>
            <a:r>
              <a:rPr lang="en-US" dirty="0" err="1"/>
              <a:t>vero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et </a:t>
            </a:r>
            <a:r>
              <a:rPr lang="en-US" dirty="0" err="1"/>
              <a:t>accusam</a:t>
            </a:r>
            <a:r>
              <a:rPr lang="en-US" dirty="0"/>
              <a:t> et </a:t>
            </a:r>
            <a:r>
              <a:rPr lang="en-US" dirty="0" err="1"/>
              <a:t>justo</a:t>
            </a:r>
            <a:r>
              <a:rPr lang="en-US" dirty="0"/>
              <a:t> duo </a:t>
            </a:r>
            <a:r>
              <a:rPr lang="en-US" dirty="0" err="1"/>
              <a:t>dolores</a:t>
            </a:r>
            <a:r>
              <a:rPr lang="en-US" dirty="0"/>
              <a:t> et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rebum</a:t>
            </a:r>
            <a:r>
              <a:rPr lang="en-US" dirty="0"/>
              <a:t>. Stet </a:t>
            </a:r>
            <a:r>
              <a:rPr lang="en-US" dirty="0" err="1"/>
              <a:t>clita</a:t>
            </a:r>
            <a:r>
              <a:rPr lang="en-US" dirty="0"/>
              <a:t> </a:t>
            </a:r>
            <a:r>
              <a:rPr lang="en-US" dirty="0" err="1"/>
              <a:t>kasd</a:t>
            </a:r>
            <a:r>
              <a:rPr lang="en-US" dirty="0"/>
              <a:t> </a:t>
            </a:r>
            <a:r>
              <a:rPr lang="en-US" dirty="0" err="1"/>
              <a:t>gubergren</a:t>
            </a:r>
            <a:r>
              <a:rPr lang="en-US" dirty="0"/>
              <a:t>, no sea </a:t>
            </a:r>
            <a:r>
              <a:rPr lang="en-US" dirty="0" err="1"/>
              <a:t>takimata</a:t>
            </a:r>
            <a:r>
              <a:rPr lang="en-US" dirty="0"/>
              <a:t> </a:t>
            </a:r>
            <a:r>
              <a:rPr lang="en-US" dirty="0" err="1"/>
              <a:t>sanctus</a:t>
            </a:r>
            <a:r>
              <a:rPr lang="en-US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1A064-431F-2EBF-942B-BAFE1EC8F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A31824-F973-0030-610C-4AAB9E1EC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17</a:t>
            </a:fld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63F419AF-AD59-DEEB-C0D3-6437C9BD25D4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39D79A92-1D4D-3C15-2103-72D9291A2AE5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dirty="0"/>
              <a:t>Layout with Photos</a:t>
            </a:r>
          </a:p>
        </p:txBody>
      </p:sp>
      <p:pic>
        <p:nvPicPr>
          <p:cNvPr id="30" name="Picture Placeholder 29" descr="A picture containing text&#10;&#10;Description automatically generated">
            <a:extLst>
              <a:ext uri="{FF2B5EF4-FFF2-40B4-BE49-F238E27FC236}">
                <a16:creationId xmlns:a16="http://schemas.microsoft.com/office/drawing/2014/main" id="{50AF249A-514A-81BB-9008-E83ADEF7447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10137" r="10137"/>
          <a:stretch>
            <a:fillRect/>
          </a:stretch>
        </p:blipFill>
        <p:spPr/>
      </p:pic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14E1014-1EBF-E497-0194-B74B31127C6F}"/>
              </a:ext>
            </a:extLst>
          </p:cNvPr>
          <p:cNvSpPr>
            <a:spLocks noGrp="1"/>
          </p:cNvSpPr>
          <p:nvPr>
            <p:ph type="body" idx="17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F0904D47-6A12-C87B-3ECC-54798F0C3D22}"/>
              </a:ext>
            </a:extLst>
          </p:cNvPr>
          <p:cNvSpPr>
            <a:spLocks noGrp="1"/>
          </p:cNvSpPr>
          <p:nvPr>
            <p:ph sz="half" idx="18"/>
          </p:nvPr>
        </p:nvSpPr>
        <p:spPr/>
        <p:txBody>
          <a:bodyPr/>
          <a:lstStyle/>
          <a:p>
            <a:r>
              <a:rPr lang="en-US" dirty="0"/>
              <a:t>At </a:t>
            </a:r>
            <a:r>
              <a:rPr lang="en-US" dirty="0" err="1"/>
              <a:t>vero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et </a:t>
            </a:r>
            <a:r>
              <a:rPr lang="en-US" dirty="0" err="1"/>
              <a:t>accusam</a:t>
            </a:r>
            <a:r>
              <a:rPr lang="en-US" dirty="0"/>
              <a:t> et </a:t>
            </a:r>
            <a:r>
              <a:rPr lang="en-US" dirty="0" err="1"/>
              <a:t>justo</a:t>
            </a:r>
            <a:r>
              <a:rPr lang="en-US" dirty="0"/>
              <a:t> duo </a:t>
            </a:r>
            <a:r>
              <a:rPr lang="en-US" dirty="0" err="1"/>
              <a:t>dolores</a:t>
            </a:r>
            <a:r>
              <a:rPr lang="en-US" dirty="0"/>
              <a:t> et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rebum</a:t>
            </a:r>
            <a:endParaRPr lang="en-US" dirty="0"/>
          </a:p>
          <a:p>
            <a:r>
              <a:rPr lang="en-US" dirty="0"/>
              <a:t>Stet </a:t>
            </a:r>
            <a:r>
              <a:rPr lang="en-US" dirty="0" err="1"/>
              <a:t>clita</a:t>
            </a:r>
            <a:r>
              <a:rPr lang="en-US" dirty="0"/>
              <a:t> </a:t>
            </a:r>
            <a:r>
              <a:rPr lang="en-US" dirty="0" err="1"/>
              <a:t>kasd</a:t>
            </a:r>
            <a:r>
              <a:rPr lang="en-US" dirty="0"/>
              <a:t> </a:t>
            </a:r>
            <a:r>
              <a:rPr lang="en-US" dirty="0" err="1"/>
              <a:t>gub</a:t>
            </a:r>
            <a:endParaRPr lang="en-US" dirty="0"/>
          </a:p>
          <a:p>
            <a:r>
              <a:rPr lang="en-US" dirty="0"/>
              <a:t>Stet </a:t>
            </a:r>
            <a:r>
              <a:rPr lang="en-US" dirty="0" err="1"/>
              <a:t>clita</a:t>
            </a:r>
            <a:r>
              <a:rPr lang="en-US" dirty="0"/>
              <a:t> </a:t>
            </a:r>
            <a:r>
              <a:rPr lang="en-US" dirty="0" err="1"/>
              <a:t>kasd</a:t>
            </a:r>
            <a:r>
              <a:rPr lang="en-US" dirty="0"/>
              <a:t> </a:t>
            </a:r>
            <a:r>
              <a:rPr lang="en-US" dirty="0" err="1"/>
              <a:t>gub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97817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3BD64A4-2043-039A-46E9-4157CB9A6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19425" y="2011680"/>
            <a:ext cx="4937760" cy="461665"/>
          </a:xfrm>
        </p:spPr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AABEB-543B-DCB0-8790-9765A58771B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At </a:t>
            </a:r>
            <a:r>
              <a:rPr lang="en-US" dirty="0" err="1"/>
              <a:t>vero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et </a:t>
            </a:r>
            <a:r>
              <a:rPr lang="en-US" dirty="0" err="1"/>
              <a:t>accusam</a:t>
            </a:r>
            <a:r>
              <a:rPr lang="en-US" dirty="0"/>
              <a:t> et </a:t>
            </a:r>
            <a:r>
              <a:rPr lang="en-US" dirty="0" err="1"/>
              <a:t>justo</a:t>
            </a:r>
            <a:r>
              <a:rPr lang="en-US" dirty="0"/>
              <a:t> duo </a:t>
            </a:r>
            <a:r>
              <a:rPr lang="en-US" dirty="0" err="1"/>
              <a:t>dolores</a:t>
            </a:r>
            <a:r>
              <a:rPr lang="en-US" dirty="0"/>
              <a:t> et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rebum</a:t>
            </a:r>
            <a:r>
              <a:rPr lang="en-US" dirty="0"/>
              <a:t>. Stet </a:t>
            </a:r>
            <a:r>
              <a:rPr lang="en-US" dirty="0" err="1"/>
              <a:t>clita</a:t>
            </a:r>
            <a:r>
              <a:rPr lang="en-US" dirty="0"/>
              <a:t> </a:t>
            </a:r>
            <a:r>
              <a:rPr lang="en-US" dirty="0" err="1"/>
              <a:t>kasd</a:t>
            </a:r>
            <a:r>
              <a:rPr lang="en-US" dirty="0"/>
              <a:t> </a:t>
            </a:r>
            <a:r>
              <a:rPr lang="en-US" dirty="0" err="1"/>
              <a:t>gubergren</a:t>
            </a:r>
            <a:r>
              <a:rPr lang="en-US" dirty="0"/>
              <a:t>, no sea </a:t>
            </a:r>
            <a:r>
              <a:rPr lang="en-US" dirty="0" err="1"/>
              <a:t>takimata</a:t>
            </a:r>
            <a:r>
              <a:rPr lang="en-US" dirty="0"/>
              <a:t> </a:t>
            </a:r>
            <a:r>
              <a:rPr lang="en-US" dirty="0" err="1"/>
              <a:t>sanctus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nonumy</a:t>
            </a:r>
            <a:r>
              <a:rPr lang="en-US" dirty="0"/>
              <a:t> </a:t>
            </a:r>
            <a:r>
              <a:rPr lang="en-US" dirty="0" err="1"/>
              <a:t>sanctus</a:t>
            </a:r>
            <a:r>
              <a:rPr lang="en-US" dirty="0"/>
              <a:t> </a:t>
            </a:r>
            <a:r>
              <a:rPr lang="en-US" dirty="0" err="1"/>
              <a:t>sanctus</a:t>
            </a:r>
            <a:r>
              <a:rPr lang="en-US" dirty="0"/>
              <a:t>. At </a:t>
            </a:r>
            <a:r>
              <a:rPr lang="en-US" dirty="0" err="1"/>
              <a:t>vero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et </a:t>
            </a:r>
            <a:r>
              <a:rPr lang="en-US" dirty="0" err="1"/>
              <a:t>accusam</a:t>
            </a:r>
            <a:r>
              <a:rPr lang="en-US" dirty="0"/>
              <a:t> et </a:t>
            </a:r>
            <a:r>
              <a:rPr lang="en-US" dirty="0" err="1"/>
              <a:t>justo</a:t>
            </a:r>
            <a:r>
              <a:rPr lang="en-US" dirty="0"/>
              <a:t> duo </a:t>
            </a:r>
            <a:r>
              <a:rPr lang="en-US" dirty="0" err="1"/>
              <a:t>dolores</a:t>
            </a:r>
            <a:r>
              <a:rPr lang="en-US" dirty="0"/>
              <a:t> et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rebum</a:t>
            </a:r>
            <a:r>
              <a:rPr lang="en-US" dirty="0"/>
              <a:t>. Stet </a:t>
            </a:r>
            <a:r>
              <a:rPr lang="en-US" dirty="0" err="1"/>
              <a:t>clita</a:t>
            </a:r>
            <a:r>
              <a:rPr lang="en-US" dirty="0"/>
              <a:t> </a:t>
            </a:r>
            <a:r>
              <a:rPr lang="en-US" dirty="0" err="1"/>
              <a:t>kasd</a:t>
            </a:r>
            <a:r>
              <a:rPr lang="en-US" dirty="0"/>
              <a:t> </a:t>
            </a:r>
            <a:r>
              <a:rPr lang="en-US" dirty="0" err="1"/>
              <a:t>gubergren</a:t>
            </a:r>
            <a:r>
              <a:rPr lang="en-US" dirty="0"/>
              <a:t>, no sea </a:t>
            </a:r>
            <a:r>
              <a:rPr lang="en-US" dirty="0" err="1"/>
              <a:t>nonumy</a:t>
            </a:r>
            <a:r>
              <a:rPr lang="en-US" dirty="0"/>
              <a:t> </a:t>
            </a:r>
            <a:r>
              <a:rPr lang="en-US" dirty="0" err="1"/>
              <a:t>sanctus</a:t>
            </a:r>
            <a:r>
              <a:rPr lang="en-US" dirty="0"/>
              <a:t> </a:t>
            </a:r>
            <a:r>
              <a:rPr lang="en-US" dirty="0" err="1"/>
              <a:t>sanctus</a:t>
            </a:r>
            <a:endParaRPr lang="en-US" dirty="0"/>
          </a:p>
          <a:p>
            <a:r>
              <a:rPr lang="en-US" dirty="0"/>
              <a:t>At </a:t>
            </a:r>
            <a:r>
              <a:rPr lang="en-US" dirty="0" err="1"/>
              <a:t>vero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et </a:t>
            </a:r>
            <a:r>
              <a:rPr lang="en-US" dirty="0" err="1"/>
              <a:t>accusam</a:t>
            </a:r>
            <a:r>
              <a:rPr lang="en-US" dirty="0"/>
              <a:t> et </a:t>
            </a:r>
            <a:r>
              <a:rPr lang="en-US" dirty="0" err="1"/>
              <a:t>justo</a:t>
            </a:r>
            <a:r>
              <a:rPr lang="en-US" dirty="0"/>
              <a:t> duo </a:t>
            </a:r>
            <a:r>
              <a:rPr lang="en-US" dirty="0" err="1"/>
              <a:t>dolores</a:t>
            </a:r>
            <a:r>
              <a:rPr lang="en-US" dirty="0"/>
              <a:t> et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rebum</a:t>
            </a:r>
            <a:r>
              <a:rPr lang="en-US" dirty="0"/>
              <a:t>. Stet </a:t>
            </a:r>
            <a:r>
              <a:rPr lang="en-US" dirty="0" err="1"/>
              <a:t>clita</a:t>
            </a:r>
            <a:r>
              <a:rPr lang="en-US" dirty="0"/>
              <a:t> </a:t>
            </a:r>
            <a:r>
              <a:rPr lang="en-US" dirty="0" err="1"/>
              <a:t>kasd</a:t>
            </a:r>
            <a:r>
              <a:rPr lang="en-US" dirty="0"/>
              <a:t> </a:t>
            </a:r>
            <a:r>
              <a:rPr lang="en-US" dirty="0" err="1"/>
              <a:t>gubergren</a:t>
            </a:r>
            <a:r>
              <a:rPr lang="en-US" dirty="0"/>
              <a:t>, no sea </a:t>
            </a:r>
            <a:r>
              <a:rPr lang="en-US" dirty="0" err="1"/>
              <a:t>takimata</a:t>
            </a:r>
            <a:r>
              <a:rPr lang="en-US" dirty="0"/>
              <a:t> </a:t>
            </a:r>
            <a:r>
              <a:rPr lang="en-US" dirty="0" err="1"/>
              <a:t>sanctus</a:t>
            </a:r>
            <a:r>
              <a:rPr lang="en-US" dirty="0"/>
              <a:t> </a:t>
            </a:r>
            <a:r>
              <a:rPr lang="en-US" dirty="0" err="1"/>
              <a:t>est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E12055-D44B-2EC8-2E24-C61CB345E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4512AD-61E6-EBB6-47A8-4D8E628A4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18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6C43B42-010D-D643-2329-D3ACB0FEFEB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8A4D5E7-5816-0AF2-8220-64FD2DA0E3EE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dirty="0"/>
              <a:t>Layout with Photos</a:t>
            </a:r>
          </a:p>
        </p:txBody>
      </p:sp>
      <p:pic>
        <p:nvPicPr>
          <p:cNvPr id="10" name="Picture Placeholder 9" descr="A group of people on a stage&#10;&#10;Description automatically generated">
            <a:extLst>
              <a:ext uri="{FF2B5EF4-FFF2-40B4-BE49-F238E27FC236}">
                <a16:creationId xmlns:a16="http://schemas.microsoft.com/office/drawing/2014/main" id="{6B6A3BB6-F5D2-691B-D0C4-467E5DF4C05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2"/>
          <a:srcRect l="10881" t="54" r="21372" b="54"/>
          <a:stretch/>
        </p:blipFill>
        <p:spPr>
          <a:xfrm>
            <a:off x="978408" y="2039112"/>
            <a:ext cx="4723860" cy="3945890"/>
          </a:xfrm>
        </p:spPr>
      </p:pic>
    </p:spTree>
    <p:extLst>
      <p:ext uri="{BB962C8B-B14F-4D97-AF65-F5344CB8AC3E}">
        <p14:creationId xmlns:p14="http://schemas.microsoft.com/office/powerpoint/2010/main" val="14913215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F75BD-D3F3-FFD6-D281-E7536442C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Layout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DC6C9E-510C-8CDD-0A00-F0F936FA42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</a:t>
            </a:r>
            <a:r>
              <a:rPr lang="en-US" dirty="0"/>
              <a:t>, sed diam </a:t>
            </a:r>
            <a:r>
              <a:rPr lang="en-US" dirty="0" err="1"/>
              <a:t>nonumy</a:t>
            </a:r>
            <a:r>
              <a:rPr lang="en-US" dirty="0"/>
              <a:t> </a:t>
            </a:r>
            <a:r>
              <a:rPr lang="en-US" dirty="0" err="1"/>
              <a:t>eirmod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invidunt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aliquyam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, sed diam </a:t>
            </a:r>
            <a:r>
              <a:rPr lang="en-US" dirty="0" err="1"/>
              <a:t>voluptua</a:t>
            </a:r>
            <a:r>
              <a:rPr lang="en-US" dirty="0"/>
              <a:t>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0A505-BAB0-1D2E-9DB5-9EF329648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Template 2023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1DC89-685F-229B-8077-6EADDECF9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4691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6642A0-91E2-FB26-4979-55EC5FFF67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550C9-8778-37B5-E671-BD193985842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At </a:t>
            </a:r>
            <a:r>
              <a:rPr lang="en-US" dirty="0" err="1"/>
              <a:t>vero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et </a:t>
            </a:r>
            <a:r>
              <a:rPr lang="en-US" dirty="0" err="1"/>
              <a:t>accusam</a:t>
            </a:r>
            <a:r>
              <a:rPr lang="en-US" dirty="0"/>
              <a:t> et </a:t>
            </a:r>
            <a:r>
              <a:rPr lang="en-US" dirty="0" err="1"/>
              <a:t>justo</a:t>
            </a:r>
            <a:r>
              <a:rPr lang="en-US" dirty="0"/>
              <a:t> duo </a:t>
            </a:r>
            <a:r>
              <a:rPr lang="en-US" dirty="0" err="1"/>
              <a:t>dolores</a:t>
            </a:r>
            <a:r>
              <a:rPr lang="en-US" dirty="0"/>
              <a:t> et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rebum</a:t>
            </a:r>
            <a:r>
              <a:rPr lang="en-US" dirty="0"/>
              <a:t>. Stet </a:t>
            </a:r>
            <a:r>
              <a:rPr lang="en-US" dirty="0" err="1"/>
              <a:t>clita</a:t>
            </a:r>
            <a:r>
              <a:rPr lang="en-US" dirty="0"/>
              <a:t> </a:t>
            </a:r>
            <a:r>
              <a:rPr lang="en-US" dirty="0" err="1"/>
              <a:t>kasd</a:t>
            </a:r>
            <a:r>
              <a:rPr lang="en-US" dirty="0"/>
              <a:t> </a:t>
            </a:r>
            <a:r>
              <a:rPr lang="en-US" dirty="0" err="1"/>
              <a:t>gubergren</a:t>
            </a:r>
            <a:r>
              <a:rPr lang="en-US" dirty="0"/>
              <a:t>, no 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1C7818-08DA-798A-8E7D-8511F226F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13DFFC-BD1A-CDFB-77ED-3EF2FA88C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40B365E-4D6C-5A22-B27C-6C19C3DCA44D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1A20082-4E2B-6201-C679-0D92D46115A3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dirty="0"/>
              <a:t>Features Layout</a:t>
            </a:r>
          </a:p>
        </p:txBody>
      </p:sp>
      <p:pic>
        <p:nvPicPr>
          <p:cNvPr id="42" name="Picture Placeholder 41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C20EF3F5-92F2-A06D-18B6-49336A02F958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2"/>
          <a:srcRect l="7776" r="7776"/>
          <a:stretch/>
        </p:blipFill>
        <p:spPr/>
      </p:pic>
      <p:pic>
        <p:nvPicPr>
          <p:cNvPr id="38" name="Picture Placeholder 37">
            <a:extLst>
              <a:ext uri="{FF2B5EF4-FFF2-40B4-BE49-F238E27FC236}">
                <a16:creationId xmlns:a16="http://schemas.microsoft.com/office/drawing/2014/main" id="{4EBD0274-1104-2939-427A-B6696014B4C4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978408" y="1943100"/>
            <a:ext cx="914400" cy="914400"/>
          </a:xfr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1CEEA50-6402-700F-9270-79D7EC135F4B}"/>
              </a:ext>
            </a:extLst>
          </p:cNvPr>
          <p:cNvSpPr>
            <a:spLocks noGrp="1"/>
          </p:cNvSpPr>
          <p:nvPr>
            <p:ph type="body" idx="17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AB364CE-349F-DA05-0F40-20A769311473}"/>
              </a:ext>
            </a:extLst>
          </p:cNvPr>
          <p:cNvSpPr>
            <a:spLocks noGrp="1"/>
          </p:cNvSpPr>
          <p:nvPr>
            <p:ph sz="half" idx="18"/>
          </p:nvPr>
        </p:nvSpPr>
        <p:spPr/>
        <p:txBody>
          <a:bodyPr/>
          <a:lstStyle/>
          <a:p>
            <a:r>
              <a:rPr lang="en-US" dirty="0"/>
              <a:t>At </a:t>
            </a:r>
            <a:r>
              <a:rPr lang="en-US" dirty="0" err="1"/>
              <a:t>vero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et </a:t>
            </a:r>
            <a:r>
              <a:rPr lang="en-US" dirty="0" err="1"/>
              <a:t>accusam</a:t>
            </a:r>
            <a:r>
              <a:rPr lang="en-US" dirty="0"/>
              <a:t> et </a:t>
            </a:r>
            <a:r>
              <a:rPr lang="en-US" dirty="0" err="1"/>
              <a:t>justo</a:t>
            </a:r>
            <a:r>
              <a:rPr lang="en-US" dirty="0"/>
              <a:t> duo </a:t>
            </a:r>
            <a:r>
              <a:rPr lang="en-US" dirty="0" err="1"/>
              <a:t>dolores</a:t>
            </a:r>
            <a:endParaRPr lang="en-US" dirty="0"/>
          </a:p>
          <a:p>
            <a:r>
              <a:rPr lang="en-US" dirty="0"/>
              <a:t>Stet </a:t>
            </a:r>
            <a:r>
              <a:rPr lang="en-US" dirty="0" err="1"/>
              <a:t>clita</a:t>
            </a:r>
            <a:r>
              <a:rPr lang="en-US" dirty="0"/>
              <a:t> </a:t>
            </a:r>
            <a:r>
              <a:rPr lang="en-US" dirty="0" err="1"/>
              <a:t>kasd</a:t>
            </a:r>
            <a:r>
              <a:rPr lang="en-US" dirty="0"/>
              <a:t> </a:t>
            </a:r>
            <a:r>
              <a:rPr lang="en-US" dirty="0" err="1"/>
              <a:t>gubergren</a:t>
            </a:r>
            <a:r>
              <a:rPr lang="en-US" dirty="0"/>
              <a:t>, no</a:t>
            </a:r>
          </a:p>
        </p:txBody>
      </p:sp>
      <p:pic>
        <p:nvPicPr>
          <p:cNvPr id="40" name="Picture Placeholder 39">
            <a:extLst>
              <a:ext uri="{FF2B5EF4-FFF2-40B4-BE49-F238E27FC236}">
                <a16:creationId xmlns:a16="http://schemas.microsoft.com/office/drawing/2014/main" id="{DE44B634-A00B-528B-863C-C9E0708B14D7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3651270" y="1943100"/>
            <a:ext cx="914400" cy="914400"/>
          </a:xfrm>
        </p:spPr>
      </p:pic>
    </p:spTree>
    <p:extLst>
      <p:ext uri="{BB962C8B-B14F-4D97-AF65-F5344CB8AC3E}">
        <p14:creationId xmlns:p14="http://schemas.microsoft.com/office/powerpoint/2010/main" val="28675883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EB3ACFA-39DA-81AE-19E9-317068B91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F66CC9-E810-77A6-4EA4-394E6E949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21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EF6FE7-A185-2CA1-1F8E-0612396EC846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/>
              <a:t>Stet </a:t>
            </a:r>
            <a:r>
              <a:rPr lang="en-US" dirty="0" err="1"/>
              <a:t>clita</a:t>
            </a:r>
            <a:r>
              <a:rPr lang="en-US" dirty="0"/>
              <a:t> </a:t>
            </a:r>
            <a:r>
              <a:rPr lang="en-US" dirty="0" err="1"/>
              <a:t>kasd</a:t>
            </a:r>
            <a:r>
              <a:rPr lang="en-US" dirty="0"/>
              <a:t> </a:t>
            </a:r>
            <a:r>
              <a:rPr lang="en-US" dirty="0" err="1"/>
              <a:t>gubergren</a:t>
            </a:r>
            <a:r>
              <a:rPr lang="en-US" dirty="0"/>
              <a:t>, no sea </a:t>
            </a:r>
            <a:r>
              <a:rPr lang="en-US" dirty="0" err="1"/>
              <a:t>takimata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E4E6A7E-A8D9-0105-23FF-E6415B8A1677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dirty="0"/>
              <a:t>Features Layout</a:t>
            </a:r>
          </a:p>
        </p:txBody>
      </p:sp>
      <p:pic>
        <p:nvPicPr>
          <p:cNvPr id="16" name="Picture Placeholder 15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75C5FB69-A928-9B48-BA69-8DC6F93F9EB0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rcRect t="24765" b="24765"/>
          <a:stretch>
            <a:fillRect/>
          </a:stretch>
        </p:blipFill>
        <p:spPr/>
      </p:pic>
      <p:pic>
        <p:nvPicPr>
          <p:cNvPr id="18" name="Picture Placeholder 17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490F848A-AF8D-D077-835F-112C3F341687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 rotWithShape="1">
          <a:blip r:embed="rId3"/>
          <a:srcRect t="-768" b="54615"/>
          <a:stretch/>
        </p:blipFill>
        <p:spPr>
          <a:xfrm>
            <a:off x="4604004" y="2011680"/>
            <a:ext cx="3108960" cy="1371600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F957337-B94F-675A-90AA-C8472906F7EF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8DE2CEE-23E3-8139-2547-351D8E36BCF1}"/>
              </a:ext>
            </a:extLst>
          </p:cNvPr>
          <p:cNvSpPr>
            <a:spLocks noGrp="1"/>
          </p:cNvSpPr>
          <p:nvPr>
            <p:ph sz="half" idx="2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At </a:t>
            </a:r>
            <a:r>
              <a:rPr lang="en-US" dirty="0" err="1"/>
              <a:t>vero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et </a:t>
            </a:r>
            <a:r>
              <a:rPr lang="en-US" dirty="0" err="1"/>
              <a:t>accusam</a:t>
            </a:r>
            <a:r>
              <a:rPr lang="en-US" dirty="0"/>
              <a:t> et </a:t>
            </a:r>
            <a:r>
              <a:rPr lang="en-US" dirty="0" err="1"/>
              <a:t>justo</a:t>
            </a:r>
            <a:r>
              <a:rPr lang="en-US" dirty="0"/>
              <a:t> duo </a:t>
            </a:r>
            <a:r>
              <a:rPr lang="en-US" dirty="0" err="1"/>
              <a:t>dolores</a:t>
            </a:r>
            <a:r>
              <a:rPr lang="en-US" dirty="0"/>
              <a:t> et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rebum</a:t>
            </a:r>
            <a:r>
              <a:rPr lang="en-US" dirty="0"/>
              <a:t>. Stet </a:t>
            </a:r>
            <a:r>
              <a:rPr lang="en-US" dirty="0" err="1"/>
              <a:t>clita</a:t>
            </a:r>
            <a:r>
              <a:rPr lang="en-US" dirty="0"/>
              <a:t> </a:t>
            </a:r>
            <a:r>
              <a:rPr lang="en-US" dirty="0" err="1"/>
              <a:t>kasd</a:t>
            </a:r>
            <a:r>
              <a:rPr lang="en-US" dirty="0"/>
              <a:t> </a:t>
            </a:r>
            <a:r>
              <a:rPr lang="en-US" dirty="0" err="1"/>
              <a:t>gubergren</a:t>
            </a:r>
            <a:r>
              <a:rPr lang="en-US" dirty="0"/>
              <a:t>, no sea </a:t>
            </a:r>
            <a:r>
              <a:rPr lang="en-US" dirty="0" err="1"/>
              <a:t>takimata</a:t>
            </a:r>
            <a:r>
              <a:rPr lang="en-US" dirty="0"/>
              <a:t> </a:t>
            </a:r>
            <a:r>
              <a:rPr lang="en-US" dirty="0" err="1"/>
              <a:t>sanctus</a:t>
            </a:r>
            <a:r>
              <a:rPr lang="en-US" dirty="0"/>
              <a:t> est.</a:t>
            </a:r>
          </a:p>
        </p:txBody>
      </p:sp>
      <p:pic>
        <p:nvPicPr>
          <p:cNvPr id="20" name="Picture Placeholder 19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BF72720F-D56F-8C76-E2A9-D3394C637C53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4"/>
          <a:srcRect t="20692" b="20692"/>
          <a:stretch>
            <a:fillRect/>
          </a:stretch>
        </p:blipFill>
        <p:spPr/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246E5AD-500C-7DD0-23F6-1B52E12CD5C1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4604004" y="3566160"/>
            <a:ext cx="3108960" cy="830997"/>
          </a:xfrm>
        </p:spPr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C089260-629A-8127-F0DE-4D22EE3D4216}"/>
              </a:ext>
            </a:extLst>
          </p:cNvPr>
          <p:cNvSpPr>
            <a:spLocks noGrp="1"/>
          </p:cNvSpPr>
          <p:nvPr>
            <p:ph sz="half" idx="2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At </a:t>
            </a:r>
            <a:r>
              <a:rPr lang="en-US" dirty="0" err="1"/>
              <a:t>vero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et </a:t>
            </a:r>
            <a:r>
              <a:rPr lang="en-US" dirty="0" err="1"/>
              <a:t>accusam</a:t>
            </a:r>
            <a:r>
              <a:rPr lang="en-US" dirty="0"/>
              <a:t> et </a:t>
            </a:r>
            <a:r>
              <a:rPr lang="en-US" dirty="0" err="1"/>
              <a:t>justo</a:t>
            </a:r>
            <a:r>
              <a:rPr lang="en-US" dirty="0"/>
              <a:t> duo </a:t>
            </a:r>
            <a:r>
              <a:rPr lang="en-US" dirty="0" err="1"/>
              <a:t>dolores</a:t>
            </a:r>
            <a:r>
              <a:rPr lang="en-US" dirty="0"/>
              <a:t> et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rebum</a:t>
            </a:r>
            <a:r>
              <a:rPr lang="en-US" dirty="0"/>
              <a:t>. Stet </a:t>
            </a:r>
            <a:r>
              <a:rPr lang="en-US" dirty="0" err="1"/>
              <a:t>clita</a:t>
            </a:r>
            <a:r>
              <a:rPr lang="en-US" dirty="0"/>
              <a:t> </a:t>
            </a:r>
            <a:r>
              <a:rPr lang="en-US" dirty="0" err="1"/>
              <a:t>kasd</a:t>
            </a:r>
            <a:r>
              <a:rPr lang="en-US" dirty="0"/>
              <a:t> </a:t>
            </a:r>
            <a:r>
              <a:rPr lang="en-US" dirty="0" err="1"/>
              <a:t>gubergren</a:t>
            </a:r>
            <a:r>
              <a:rPr lang="en-US" dirty="0"/>
              <a:t>, no sea </a:t>
            </a:r>
            <a:r>
              <a:rPr lang="en-US" dirty="0" err="1"/>
              <a:t>takimata</a:t>
            </a:r>
            <a:r>
              <a:rPr lang="en-US" dirty="0"/>
              <a:t> </a:t>
            </a:r>
            <a:r>
              <a:rPr lang="en-US" dirty="0" err="1"/>
              <a:t>sanctus</a:t>
            </a:r>
            <a:r>
              <a:rPr lang="en-US" dirty="0"/>
              <a:t> est.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942CB66-B1A3-556F-E921-9E1ED0866168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974422" y="3566160"/>
            <a:ext cx="3108960" cy="830997"/>
          </a:xfrm>
        </p:spPr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4B81D30A-1E68-F848-8CB6-60A9D170EBAF}"/>
              </a:ext>
            </a:extLst>
          </p:cNvPr>
          <p:cNvSpPr>
            <a:spLocks noGrp="1"/>
          </p:cNvSpPr>
          <p:nvPr>
            <p:ph sz="half" idx="26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At </a:t>
            </a:r>
            <a:r>
              <a:rPr lang="en-US" dirty="0" err="1"/>
              <a:t>vero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et </a:t>
            </a:r>
            <a:r>
              <a:rPr lang="en-US" dirty="0" err="1"/>
              <a:t>accusam</a:t>
            </a:r>
            <a:r>
              <a:rPr lang="en-US" dirty="0"/>
              <a:t> et </a:t>
            </a:r>
            <a:r>
              <a:rPr lang="en-US" dirty="0" err="1"/>
              <a:t>justo</a:t>
            </a:r>
            <a:r>
              <a:rPr lang="en-US" dirty="0"/>
              <a:t> duo </a:t>
            </a:r>
            <a:r>
              <a:rPr lang="en-US" dirty="0" err="1"/>
              <a:t>dolores</a:t>
            </a:r>
            <a:r>
              <a:rPr lang="en-US" dirty="0"/>
              <a:t> et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rebum</a:t>
            </a:r>
            <a:r>
              <a:rPr lang="en-US" dirty="0"/>
              <a:t>. Stet </a:t>
            </a:r>
            <a:r>
              <a:rPr lang="en-US" dirty="0" err="1"/>
              <a:t>clita</a:t>
            </a:r>
            <a:r>
              <a:rPr lang="en-US" dirty="0"/>
              <a:t> </a:t>
            </a:r>
            <a:r>
              <a:rPr lang="en-US" dirty="0" err="1"/>
              <a:t>kasd</a:t>
            </a:r>
            <a:r>
              <a:rPr lang="en-US" dirty="0"/>
              <a:t> </a:t>
            </a:r>
            <a:r>
              <a:rPr lang="en-US" dirty="0" err="1"/>
              <a:t>gubergren</a:t>
            </a:r>
            <a:r>
              <a:rPr lang="en-US" dirty="0"/>
              <a:t>, no sea </a:t>
            </a:r>
            <a:r>
              <a:rPr lang="en-US" dirty="0" err="1"/>
              <a:t>takimata</a:t>
            </a:r>
            <a:r>
              <a:rPr lang="en-US" dirty="0"/>
              <a:t> </a:t>
            </a:r>
            <a:r>
              <a:rPr lang="en-US" dirty="0" err="1"/>
              <a:t>sanctus</a:t>
            </a:r>
            <a:r>
              <a:rPr lang="en-US" dirty="0"/>
              <a:t> est.</a:t>
            </a:r>
          </a:p>
        </p:txBody>
      </p:sp>
    </p:spTree>
    <p:extLst>
      <p:ext uri="{BB962C8B-B14F-4D97-AF65-F5344CB8AC3E}">
        <p14:creationId xmlns:p14="http://schemas.microsoft.com/office/powerpoint/2010/main" val="27725099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EB3ACFA-39DA-81AE-19E9-317068B91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F66CC9-E810-77A6-4EA4-394E6E949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EF6FE7-A185-2CA1-1F8E-0612396EC846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/>
              <a:t>Stet </a:t>
            </a:r>
            <a:r>
              <a:rPr lang="en-US" dirty="0" err="1"/>
              <a:t>clita</a:t>
            </a:r>
            <a:r>
              <a:rPr lang="en-US" dirty="0"/>
              <a:t> </a:t>
            </a:r>
            <a:r>
              <a:rPr lang="en-US" dirty="0" err="1"/>
              <a:t>kasd</a:t>
            </a:r>
            <a:r>
              <a:rPr lang="en-US" dirty="0"/>
              <a:t> </a:t>
            </a:r>
            <a:r>
              <a:rPr lang="en-US" dirty="0" err="1"/>
              <a:t>gubergren</a:t>
            </a:r>
            <a:r>
              <a:rPr lang="en-US" dirty="0"/>
              <a:t>, no sea </a:t>
            </a:r>
            <a:r>
              <a:rPr lang="en-US" dirty="0" err="1"/>
              <a:t>takimata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E4E6A7E-A8D9-0105-23FF-E6415B8A1677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dirty="0"/>
              <a:t>Features Layout</a:t>
            </a:r>
          </a:p>
        </p:txBody>
      </p:sp>
      <p:pic>
        <p:nvPicPr>
          <p:cNvPr id="16" name="Picture Placeholder 15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75C5FB69-A928-9B48-BA69-8DC6F93F9EB0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2"/>
          <a:srcRect t="24765" b="24765"/>
          <a:stretch/>
        </p:blipFill>
        <p:spPr/>
      </p:pic>
      <p:pic>
        <p:nvPicPr>
          <p:cNvPr id="18" name="Picture Placeholder 17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490F848A-AF8D-D077-835F-112C3F341687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 rotWithShape="1">
          <a:blip r:embed="rId3"/>
          <a:srcRect t="-747" b="54613"/>
          <a:stretch/>
        </p:blipFill>
        <p:spPr>
          <a:xfrm>
            <a:off x="4604004" y="2011680"/>
            <a:ext cx="3108960" cy="1371600"/>
          </a:xfrm>
        </p:spPr>
      </p:pic>
      <p:pic>
        <p:nvPicPr>
          <p:cNvPr id="20" name="Picture Placeholder 19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BF72720F-D56F-8C76-E2A9-D3394C637C53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 rotWithShape="1">
          <a:blip r:embed="rId4"/>
          <a:srcRect t="20692" b="20692"/>
          <a:stretch/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F957337-B94F-675A-90AA-C8472906F7EF}"/>
              </a:ext>
            </a:extLst>
          </p:cNvPr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rPr lang="en-US" dirty="0"/>
              <a:t>Lorem ipsum dolor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8DE2CEE-23E3-8139-2547-351D8E36BCF1}"/>
              </a:ext>
            </a:extLst>
          </p:cNvPr>
          <p:cNvSpPr>
            <a:spLocks noGrp="1"/>
          </p:cNvSpPr>
          <p:nvPr>
            <p:ph sz="half" idx="26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At </a:t>
            </a:r>
            <a:r>
              <a:rPr lang="en-US" dirty="0" err="1"/>
              <a:t>vero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et </a:t>
            </a:r>
            <a:r>
              <a:rPr lang="en-US" dirty="0" err="1"/>
              <a:t>accusam</a:t>
            </a:r>
            <a:r>
              <a:rPr lang="en-US" dirty="0"/>
              <a:t> et </a:t>
            </a:r>
            <a:r>
              <a:rPr lang="en-US" dirty="0" err="1"/>
              <a:t>justo</a:t>
            </a:r>
            <a:r>
              <a:rPr lang="en-US" dirty="0"/>
              <a:t> duo </a:t>
            </a:r>
            <a:r>
              <a:rPr lang="en-US" dirty="0" err="1"/>
              <a:t>dolores</a:t>
            </a:r>
            <a:r>
              <a:rPr lang="en-US" dirty="0"/>
              <a:t> et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rebum</a:t>
            </a:r>
            <a:r>
              <a:rPr lang="en-US" dirty="0"/>
              <a:t>. Stet </a:t>
            </a:r>
            <a:r>
              <a:rPr lang="en-US" dirty="0" err="1"/>
              <a:t>clita</a:t>
            </a:r>
            <a:r>
              <a:rPr lang="en-US" dirty="0"/>
              <a:t> </a:t>
            </a:r>
            <a:r>
              <a:rPr lang="en-US" dirty="0" err="1"/>
              <a:t>kasd</a:t>
            </a:r>
            <a:r>
              <a:rPr lang="en-US" dirty="0"/>
              <a:t> </a:t>
            </a:r>
            <a:r>
              <a:rPr lang="en-US" dirty="0" err="1"/>
              <a:t>gubergren</a:t>
            </a:r>
            <a:r>
              <a:rPr lang="en-US" dirty="0"/>
              <a:t>, no sea </a:t>
            </a:r>
            <a:r>
              <a:rPr lang="en-US" dirty="0" err="1"/>
              <a:t>takimata</a:t>
            </a:r>
            <a:r>
              <a:rPr lang="en-US" dirty="0"/>
              <a:t> </a:t>
            </a:r>
            <a:r>
              <a:rPr lang="en-US" dirty="0" err="1"/>
              <a:t>sanctus</a:t>
            </a:r>
            <a:r>
              <a:rPr lang="en-US" dirty="0"/>
              <a:t> est.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246E5AD-500C-7DD0-23F6-1B52E12CD5C1}"/>
              </a:ext>
            </a:extLst>
          </p:cNvPr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r>
              <a:rPr lang="en-US" dirty="0"/>
              <a:t>Lorem ipsum dolor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C089260-629A-8127-F0DE-4D22EE3D4216}"/>
              </a:ext>
            </a:extLst>
          </p:cNvPr>
          <p:cNvSpPr>
            <a:spLocks noGrp="1"/>
          </p:cNvSpPr>
          <p:nvPr>
            <p:ph sz="half" idx="28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At </a:t>
            </a:r>
            <a:r>
              <a:rPr lang="en-US" dirty="0" err="1"/>
              <a:t>vero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et </a:t>
            </a:r>
            <a:r>
              <a:rPr lang="en-US" dirty="0" err="1"/>
              <a:t>accusam</a:t>
            </a:r>
            <a:r>
              <a:rPr lang="en-US" dirty="0"/>
              <a:t> et </a:t>
            </a:r>
            <a:r>
              <a:rPr lang="en-US" dirty="0" err="1"/>
              <a:t>justo</a:t>
            </a:r>
            <a:r>
              <a:rPr lang="en-US" dirty="0"/>
              <a:t> duo </a:t>
            </a:r>
            <a:r>
              <a:rPr lang="en-US" dirty="0" err="1"/>
              <a:t>dolores</a:t>
            </a:r>
            <a:r>
              <a:rPr lang="en-US" dirty="0"/>
              <a:t> et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rebum</a:t>
            </a:r>
            <a:r>
              <a:rPr lang="en-US" dirty="0"/>
              <a:t>. Stet </a:t>
            </a:r>
            <a:r>
              <a:rPr lang="en-US" dirty="0" err="1"/>
              <a:t>clita</a:t>
            </a:r>
            <a:r>
              <a:rPr lang="en-US" dirty="0"/>
              <a:t> </a:t>
            </a:r>
            <a:r>
              <a:rPr lang="en-US" dirty="0" err="1"/>
              <a:t>kasd</a:t>
            </a:r>
            <a:r>
              <a:rPr lang="en-US" dirty="0"/>
              <a:t> </a:t>
            </a:r>
            <a:r>
              <a:rPr lang="en-US" dirty="0" err="1"/>
              <a:t>gubergren</a:t>
            </a:r>
            <a:r>
              <a:rPr lang="en-US" dirty="0"/>
              <a:t>, no sea </a:t>
            </a:r>
            <a:r>
              <a:rPr lang="en-US" dirty="0" err="1"/>
              <a:t>takimata</a:t>
            </a:r>
            <a:r>
              <a:rPr lang="en-US" dirty="0"/>
              <a:t> </a:t>
            </a:r>
            <a:r>
              <a:rPr lang="en-US" dirty="0" err="1"/>
              <a:t>sanctus</a:t>
            </a:r>
            <a:r>
              <a:rPr lang="en-US" dirty="0"/>
              <a:t> est.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942CB66-B1A3-556F-E921-9E1ED0866168}"/>
              </a:ext>
            </a:extLst>
          </p:cNvPr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r>
              <a:rPr lang="en-US" dirty="0"/>
              <a:t>Lorem ipsum dolor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4B81D30A-1E68-F848-8CB6-60A9D170EBAF}"/>
              </a:ext>
            </a:extLst>
          </p:cNvPr>
          <p:cNvSpPr>
            <a:spLocks noGrp="1"/>
          </p:cNvSpPr>
          <p:nvPr>
            <p:ph sz="half" idx="3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At </a:t>
            </a:r>
            <a:r>
              <a:rPr lang="en-US" dirty="0" err="1"/>
              <a:t>vero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et </a:t>
            </a:r>
            <a:r>
              <a:rPr lang="en-US" dirty="0" err="1"/>
              <a:t>accusam</a:t>
            </a:r>
            <a:r>
              <a:rPr lang="en-US" dirty="0"/>
              <a:t> et </a:t>
            </a:r>
            <a:r>
              <a:rPr lang="en-US" dirty="0" err="1"/>
              <a:t>justo</a:t>
            </a:r>
            <a:r>
              <a:rPr lang="en-US" dirty="0"/>
              <a:t> duo </a:t>
            </a:r>
            <a:r>
              <a:rPr lang="en-US" dirty="0" err="1"/>
              <a:t>dolores</a:t>
            </a:r>
            <a:r>
              <a:rPr lang="en-US" dirty="0"/>
              <a:t> et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rebum</a:t>
            </a:r>
            <a:r>
              <a:rPr lang="en-US" dirty="0"/>
              <a:t>. Stet </a:t>
            </a:r>
            <a:r>
              <a:rPr lang="en-US" dirty="0" err="1"/>
              <a:t>clita</a:t>
            </a:r>
            <a:r>
              <a:rPr lang="en-US" dirty="0"/>
              <a:t> </a:t>
            </a:r>
            <a:r>
              <a:rPr lang="en-US" dirty="0" err="1"/>
              <a:t>kasd</a:t>
            </a:r>
            <a:r>
              <a:rPr lang="en-US" dirty="0"/>
              <a:t> </a:t>
            </a:r>
            <a:r>
              <a:rPr lang="en-US" dirty="0" err="1"/>
              <a:t>gubergren</a:t>
            </a:r>
            <a:r>
              <a:rPr lang="en-US" dirty="0"/>
              <a:t>, no sea </a:t>
            </a:r>
            <a:r>
              <a:rPr lang="en-US" dirty="0" err="1"/>
              <a:t>takimata</a:t>
            </a:r>
            <a:r>
              <a:rPr lang="en-US" dirty="0"/>
              <a:t> </a:t>
            </a:r>
            <a:r>
              <a:rPr lang="en-US" dirty="0" err="1"/>
              <a:t>sanctus</a:t>
            </a:r>
            <a:r>
              <a:rPr lang="en-US" dirty="0"/>
              <a:t> est.</a:t>
            </a:r>
          </a:p>
        </p:txBody>
      </p:sp>
    </p:spTree>
    <p:extLst>
      <p:ext uri="{BB962C8B-B14F-4D97-AF65-F5344CB8AC3E}">
        <p14:creationId xmlns:p14="http://schemas.microsoft.com/office/powerpoint/2010/main" val="20313716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3D39445-78F7-2922-DC55-DB1634D386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CA708-CABC-BD62-3D4D-73F8A4783D0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At </a:t>
            </a:r>
            <a:r>
              <a:rPr lang="en-US" dirty="0" err="1"/>
              <a:t>vero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et </a:t>
            </a:r>
            <a:r>
              <a:rPr lang="en-US" dirty="0" err="1"/>
              <a:t>accusam</a:t>
            </a:r>
            <a:r>
              <a:rPr lang="en-US" dirty="0"/>
              <a:t> et </a:t>
            </a:r>
            <a:r>
              <a:rPr lang="en-US" dirty="0" err="1"/>
              <a:t>gubergren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61F0A2-4665-EADD-A2C7-835BC6CD7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EB6B3E-36E7-D4F3-C6E0-1CEE6F13E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23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46CF41B-22C8-097A-4FFE-E1000CCF6C8E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69E37A0-5686-0FDB-4672-72D18D67BB02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dirty="0"/>
              <a:t>Features Layout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2CA0C9-ACCA-E5F8-E407-BAC4371AAC27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98C6ABA-D67C-22A8-321C-E8F2CDDA2B43}"/>
              </a:ext>
            </a:extLst>
          </p:cNvPr>
          <p:cNvSpPr>
            <a:spLocks noGrp="1"/>
          </p:cNvSpPr>
          <p:nvPr>
            <p:ph sz="half" idx="2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At </a:t>
            </a:r>
            <a:r>
              <a:rPr lang="en-US" dirty="0" err="1"/>
              <a:t>vero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et </a:t>
            </a:r>
            <a:r>
              <a:rPr lang="en-US" dirty="0" err="1"/>
              <a:t>accusam</a:t>
            </a:r>
            <a:r>
              <a:rPr lang="en-US" dirty="0"/>
              <a:t> et </a:t>
            </a:r>
            <a:r>
              <a:rPr lang="en-US" dirty="0" err="1"/>
              <a:t>gubergren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FB2F1A3-16FF-DF68-E72B-4A75B2BF32E7}"/>
              </a:ext>
            </a:extLst>
          </p:cNvPr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551D10C-501B-5659-053F-23C710BC9A2C}"/>
              </a:ext>
            </a:extLst>
          </p:cNvPr>
          <p:cNvSpPr>
            <a:spLocks noGrp="1"/>
          </p:cNvSpPr>
          <p:nvPr>
            <p:ph sz="half" idx="2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At </a:t>
            </a:r>
            <a:r>
              <a:rPr lang="en-US" dirty="0" err="1"/>
              <a:t>vero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et </a:t>
            </a:r>
            <a:r>
              <a:rPr lang="en-US" dirty="0" err="1"/>
              <a:t>accusam</a:t>
            </a:r>
            <a:r>
              <a:rPr lang="en-US" dirty="0"/>
              <a:t> et </a:t>
            </a:r>
            <a:r>
              <a:rPr lang="en-US" dirty="0" err="1"/>
              <a:t>gubergren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313B903-A91D-7029-D5F1-D891BEF4F83E}"/>
              </a:ext>
            </a:extLst>
          </p:cNvPr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40AE1E5-5EB4-10B9-CAEE-3D7B7183675C}"/>
              </a:ext>
            </a:extLst>
          </p:cNvPr>
          <p:cNvSpPr>
            <a:spLocks noGrp="1"/>
          </p:cNvSpPr>
          <p:nvPr>
            <p:ph sz="half" idx="25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At </a:t>
            </a:r>
            <a:r>
              <a:rPr lang="en-US" dirty="0" err="1"/>
              <a:t>vero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et </a:t>
            </a:r>
            <a:r>
              <a:rPr lang="en-US" dirty="0" err="1"/>
              <a:t>accusam</a:t>
            </a:r>
            <a:r>
              <a:rPr lang="en-US" dirty="0"/>
              <a:t> et </a:t>
            </a:r>
            <a:r>
              <a:rPr lang="en-US" dirty="0" err="1"/>
              <a:t>gubergren</a:t>
            </a:r>
            <a:endParaRPr lang="en-US" dirty="0"/>
          </a:p>
        </p:txBody>
      </p:sp>
      <p:pic>
        <p:nvPicPr>
          <p:cNvPr id="16" name="Content Placeholder 15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26C58833-8594-7642-7151-A9D00DE3D519}"/>
              </a:ext>
            </a:extLst>
          </p:cNvPr>
          <p:cNvPicPr>
            <a:picLocks noGrp="1" noChangeAspect="1"/>
          </p:cNvPicPr>
          <p:nvPr>
            <p:ph sz="quarter" idx="26"/>
          </p:nvPr>
        </p:nvPicPr>
        <p:blipFill>
          <a:blip r:embed="rId2"/>
          <a:stretch>
            <a:fillRect/>
          </a:stretch>
        </p:blipFill>
        <p:spPr>
          <a:xfrm>
            <a:off x="3581400" y="2130519"/>
            <a:ext cx="5029200" cy="3785999"/>
          </a:xfrm>
        </p:spPr>
      </p:pic>
    </p:spTree>
    <p:extLst>
      <p:ext uri="{BB962C8B-B14F-4D97-AF65-F5344CB8AC3E}">
        <p14:creationId xmlns:p14="http://schemas.microsoft.com/office/powerpoint/2010/main" val="9812908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F75BD-D3F3-FFD6-D281-E7536442C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Charts &amp; Table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DC6C9E-510C-8CDD-0A00-F0F936FA42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tables and charts are customizable with new data input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0A505-BAB0-1D2E-9DB5-9EF329648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Template 2023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1DC89-685F-229B-8077-6EADDECF9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1456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DB5DDE5-F9C4-0139-1BFF-0B9D9C518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74239F-C91D-1A5D-6446-8FFC249BC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D5CA84-6D0C-1E73-3E70-38B4CE5E097D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CE45694-687B-8740-F666-95015D005C78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dirty="0"/>
              <a:t>Charts &amp; Table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D96E9E2-07A1-6CA6-EEF7-CF5535CC87F3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US" dirty="0"/>
              <a:t>Lorem ipsum dolor sit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66C7AA7-2A12-FE79-E6D5-3A8E0B294C5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Stet </a:t>
            </a:r>
            <a:r>
              <a:rPr lang="en-US" dirty="0" err="1"/>
              <a:t>clita</a:t>
            </a:r>
            <a:r>
              <a:rPr lang="en-US" dirty="0"/>
              <a:t> </a:t>
            </a:r>
            <a:r>
              <a:rPr lang="en-US" dirty="0" err="1"/>
              <a:t>kasd</a:t>
            </a:r>
            <a:r>
              <a:rPr lang="en-US" dirty="0"/>
              <a:t> </a:t>
            </a:r>
            <a:r>
              <a:rPr lang="en-US" dirty="0" err="1"/>
              <a:t>gubergren</a:t>
            </a:r>
            <a:r>
              <a:rPr lang="en-US" dirty="0"/>
              <a:t>, no sea </a:t>
            </a:r>
            <a:r>
              <a:rPr lang="en-US" dirty="0" err="1"/>
              <a:t>takimata</a:t>
            </a:r>
            <a:r>
              <a:rPr lang="en-US" dirty="0"/>
              <a:t> </a:t>
            </a:r>
            <a:r>
              <a:rPr lang="en-US" dirty="0" err="1"/>
              <a:t>sanctus</a:t>
            </a:r>
            <a:r>
              <a:rPr lang="en-US" dirty="0"/>
              <a:t> </a:t>
            </a:r>
            <a:r>
              <a:rPr lang="en-US" dirty="0" err="1"/>
              <a:t>est</a:t>
            </a:r>
            <a:endParaRPr lang="en-US" dirty="0"/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.</a:t>
            </a:r>
          </a:p>
          <a:p>
            <a:r>
              <a:rPr lang="en-US" dirty="0" err="1"/>
              <a:t>Dsit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</a:t>
            </a:r>
            <a:r>
              <a:rPr lang="en-US" dirty="0"/>
              <a:t>, sed diam </a:t>
            </a:r>
            <a:r>
              <a:rPr lang="en-US" dirty="0" err="1"/>
              <a:t>nonumy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</a:t>
            </a:r>
            <a:r>
              <a:rPr lang="en-US" dirty="0"/>
              <a:t>, sed diam </a:t>
            </a:r>
            <a:r>
              <a:rPr lang="en-US" dirty="0" err="1"/>
              <a:t>nonumy</a:t>
            </a:r>
            <a:r>
              <a:rPr lang="en-US" dirty="0"/>
              <a:t>. 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E3E37A99-52B5-B5CC-B3F3-010DAD321A4B}"/>
              </a:ext>
            </a:extLst>
          </p:cNvPr>
          <p:cNvGraphicFramePr>
            <a:graphicFrameLocks noGrp="1"/>
          </p:cNvGraphicFramePr>
          <p:nvPr>
            <p:ph sz="half" idx="16"/>
            <p:extLst>
              <p:ext uri="{D42A27DB-BD31-4B8C-83A1-F6EECF244321}">
                <p14:modId xmlns:p14="http://schemas.microsoft.com/office/powerpoint/2010/main" val="3662886576"/>
              </p:ext>
            </p:extLst>
          </p:nvPr>
        </p:nvGraphicFramePr>
        <p:xfrm>
          <a:off x="5392738" y="914400"/>
          <a:ext cx="5945187" cy="5073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686188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DB5DDE5-F9C4-0139-1BFF-0B9D9C518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74239F-C91D-1A5D-6446-8FFC249BC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26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D5CA84-6D0C-1E73-3E70-38B4CE5E097D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CE45694-687B-8740-F666-95015D005C78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dirty="0"/>
              <a:t>Charts &amp; Table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D96E9E2-07A1-6CA6-EEF7-CF5535CC87F3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stet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66C7AA7-2A12-FE79-E6D5-3A8E0B294C5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Stet </a:t>
            </a:r>
            <a:r>
              <a:rPr lang="en-US" dirty="0" err="1"/>
              <a:t>clita</a:t>
            </a:r>
            <a:r>
              <a:rPr lang="en-US" dirty="0"/>
              <a:t> </a:t>
            </a:r>
            <a:r>
              <a:rPr lang="en-US" dirty="0" err="1"/>
              <a:t>kasd</a:t>
            </a:r>
            <a:r>
              <a:rPr lang="en-US" dirty="0"/>
              <a:t> </a:t>
            </a:r>
            <a:r>
              <a:rPr lang="en-US" dirty="0" err="1"/>
              <a:t>gubergren</a:t>
            </a:r>
            <a:r>
              <a:rPr lang="en-US" dirty="0"/>
              <a:t>, no sea </a:t>
            </a:r>
            <a:r>
              <a:rPr lang="en-US" dirty="0" err="1"/>
              <a:t>takimata</a:t>
            </a:r>
            <a:r>
              <a:rPr lang="en-US" dirty="0"/>
              <a:t> </a:t>
            </a:r>
            <a:r>
              <a:rPr lang="en-US" dirty="0" err="1"/>
              <a:t>sanctus</a:t>
            </a:r>
            <a:r>
              <a:rPr lang="en-US" dirty="0"/>
              <a:t> </a:t>
            </a:r>
            <a:r>
              <a:rPr lang="en-US" dirty="0" err="1"/>
              <a:t>est</a:t>
            </a:r>
            <a:endParaRPr lang="en-US" dirty="0"/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Dsit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</a:t>
            </a:r>
            <a:r>
              <a:rPr lang="en-US" dirty="0"/>
              <a:t>, sed diam </a:t>
            </a:r>
            <a:r>
              <a:rPr lang="en-US" dirty="0" err="1"/>
              <a:t>nonumy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</a:t>
            </a:r>
            <a:r>
              <a:rPr lang="en-US" dirty="0"/>
              <a:t>.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E3E37A99-52B5-B5CC-B3F3-010DAD321A4B}"/>
              </a:ext>
            </a:extLst>
          </p:cNvPr>
          <p:cNvGraphicFramePr>
            <a:graphicFrameLocks noGrp="1"/>
          </p:cNvGraphicFramePr>
          <p:nvPr>
            <p:ph sz="half" idx="16"/>
            <p:extLst>
              <p:ext uri="{D42A27DB-BD31-4B8C-83A1-F6EECF244321}">
                <p14:modId xmlns:p14="http://schemas.microsoft.com/office/powerpoint/2010/main" val="4070468535"/>
              </p:ext>
            </p:extLst>
          </p:nvPr>
        </p:nvGraphicFramePr>
        <p:xfrm>
          <a:off x="5392738" y="914400"/>
          <a:ext cx="5945187" cy="5073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464706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7265FBC-0A18-EB60-E809-54DE9B740E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3AD59E32-7B61-4F77-6D39-A2A4280247B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Dsit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consetetur</a:t>
            </a:r>
            <a:r>
              <a:rPr lang="en-US" dirty="0"/>
              <a:t> diam </a:t>
            </a:r>
            <a:r>
              <a:rPr lang="en-US" dirty="0" err="1"/>
              <a:t>nonumy</a:t>
            </a:r>
            <a:r>
              <a:rPr lang="en-US" dirty="0"/>
              <a:t> ipsum.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D8B47-CB2C-66CF-3010-C25351583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E14803-CD5D-9ADC-9D8B-598C6F667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9BF1C7-1395-528F-D57F-81F6364B01A3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15580B9C-39C5-1F10-50E0-E9D9B148CBCF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dirty="0"/>
              <a:t>Charts &amp; Table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EF109B9-52D1-B423-B65D-AD4763EFC5DC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73CAAADF-47D2-8A1A-2FEA-110F17702374}"/>
              </a:ext>
            </a:extLst>
          </p:cNvPr>
          <p:cNvSpPr>
            <a:spLocks noGrp="1"/>
          </p:cNvSpPr>
          <p:nvPr>
            <p:ph sz="half" idx="2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Dsit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consetetur</a:t>
            </a:r>
            <a:r>
              <a:rPr lang="en-US" dirty="0"/>
              <a:t> diam </a:t>
            </a:r>
            <a:r>
              <a:rPr lang="en-US" dirty="0" err="1"/>
              <a:t>nonumy</a:t>
            </a:r>
            <a:r>
              <a:rPr lang="en-US" dirty="0"/>
              <a:t> ipsum.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764FD902-AD25-236B-70EC-22CFCBA1A472}"/>
              </a:ext>
            </a:extLst>
          </p:cNvPr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89D40A7A-E436-BB72-20F4-181DF1E6E0E4}"/>
              </a:ext>
            </a:extLst>
          </p:cNvPr>
          <p:cNvSpPr>
            <a:spLocks noGrp="1"/>
          </p:cNvSpPr>
          <p:nvPr>
            <p:ph sz="half" idx="2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Dsit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consetetur</a:t>
            </a:r>
            <a:r>
              <a:rPr lang="en-US" dirty="0"/>
              <a:t> diam </a:t>
            </a:r>
            <a:r>
              <a:rPr lang="en-US" dirty="0" err="1"/>
              <a:t>nonumy</a:t>
            </a:r>
            <a:r>
              <a:rPr lang="en-US" dirty="0"/>
              <a:t> ipsum.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191554B7-90C1-D722-AF82-8370BBC30CEA}"/>
              </a:ext>
            </a:extLst>
          </p:cNvPr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8F0B939B-FB79-290A-F3AC-3BA8C2F894D2}"/>
              </a:ext>
            </a:extLst>
          </p:cNvPr>
          <p:cNvSpPr>
            <a:spLocks noGrp="1"/>
          </p:cNvSpPr>
          <p:nvPr>
            <p:ph sz="half" idx="25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Dsit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consetetur</a:t>
            </a:r>
            <a:r>
              <a:rPr lang="en-US" dirty="0"/>
              <a:t> diam </a:t>
            </a:r>
            <a:r>
              <a:rPr lang="en-US" dirty="0" err="1"/>
              <a:t>nonumy</a:t>
            </a:r>
            <a:r>
              <a:rPr lang="en-US" dirty="0"/>
              <a:t> ipsum.</a:t>
            </a:r>
          </a:p>
        </p:txBody>
      </p:sp>
      <p:graphicFrame>
        <p:nvGraphicFramePr>
          <p:cNvPr id="28" name="Content Placeholder 27">
            <a:extLst>
              <a:ext uri="{FF2B5EF4-FFF2-40B4-BE49-F238E27FC236}">
                <a16:creationId xmlns:a16="http://schemas.microsoft.com/office/drawing/2014/main" id="{27D1F362-EA0F-39F1-33EC-B2F3F2C730B0}"/>
              </a:ext>
            </a:extLst>
          </p:cNvPr>
          <p:cNvGraphicFramePr>
            <a:graphicFrameLocks noGrp="1"/>
          </p:cNvGraphicFramePr>
          <p:nvPr>
            <p:ph sz="quarter" idx="26"/>
            <p:extLst>
              <p:ext uri="{D42A27DB-BD31-4B8C-83A1-F6EECF244321}">
                <p14:modId xmlns:p14="http://schemas.microsoft.com/office/powerpoint/2010/main" val="3632801795"/>
              </p:ext>
            </p:extLst>
          </p:nvPr>
        </p:nvGraphicFramePr>
        <p:xfrm>
          <a:off x="3581400" y="2011363"/>
          <a:ext cx="5029200" cy="40243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637022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959DFDA-EAD2-E9F7-8E13-754B4F536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3024C4-3AFB-051A-B08C-AF134C939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28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4CB8678-0E47-E543-666E-96BDA70EB9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F1D667B-F2EB-5EE7-2C28-E6AE59A5D800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dirty="0"/>
              <a:t>Charts &amp; Table</a:t>
            </a:r>
          </a:p>
        </p:txBody>
      </p: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324F6A0F-9D36-B88D-2A8D-2C0EB82D9155}"/>
              </a:ext>
            </a:extLst>
          </p:cNvPr>
          <p:cNvGraphicFramePr>
            <a:graphicFrameLocks noGrp="1"/>
          </p:cNvGraphicFramePr>
          <p:nvPr>
            <p:ph sz="quarter" idx="16"/>
            <p:extLst>
              <p:ext uri="{D42A27DB-BD31-4B8C-83A1-F6EECF244321}">
                <p14:modId xmlns:p14="http://schemas.microsoft.com/office/powerpoint/2010/main" val="2973895677"/>
              </p:ext>
            </p:extLst>
          </p:nvPr>
        </p:nvGraphicFramePr>
        <p:xfrm>
          <a:off x="822325" y="2011363"/>
          <a:ext cx="10515600" cy="397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008550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959DFDA-EAD2-E9F7-8E13-754B4F536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3024C4-3AFB-051A-B08C-AF134C939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29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4CB8678-0E47-E543-666E-96BDA70EB9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F1D667B-F2EB-5EE7-2C28-E6AE59A5D800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dirty="0"/>
              <a:t>Charts &amp; Table</a:t>
            </a:r>
          </a:p>
        </p:txBody>
      </p:sp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id="{6A4D878A-4252-7C42-F495-12A48B75F9B2}"/>
              </a:ext>
            </a:extLst>
          </p:cNvPr>
          <p:cNvGraphicFramePr>
            <a:graphicFrameLocks noGrp="1"/>
          </p:cNvGraphicFramePr>
          <p:nvPr>
            <p:ph sz="quarter" idx="16"/>
            <p:extLst>
              <p:ext uri="{D42A27DB-BD31-4B8C-83A1-F6EECF244321}">
                <p14:modId xmlns:p14="http://schemas.microsoft.com/office/powerpoint/2010/main" val="3571417438"/>
              </p:ext>
            </p:extLst>
          </p:nvPr>
        </p:nvGraphicFramePr>
        <p:xfrm>
          <a:off x="822325" y="2011362"/>
          <a:ext cx="10515600" cy="393223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44640077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34920001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797428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0872305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486575982"/>
                    </a:ext>
                  </a:extLst>
                </a:gridCol>
              </a:tblGrid>
              <a:tr h="107362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Nunito Medium" pitchFamily="2" charset="77"/>
                          <a:ea typeface="+mn-ea"/>
                          <a:cs typeface="+mn-cs"/>
                        </a:rPr>
                        <a:t>Dsit</a:t>
                      </a: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Nunito Medium" pitchFamily="2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2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Nunito Medium" pitchFamily="2" charset="77"/>
                          <a:ea typeface="+mn-ea"/>
                          <a:cs typeface="+mn-cs"/>
                        </a:rPr>
                        <a:t>amet</a:t>
                      </a:r>
                      <a:endParaRPr lang="en-US" sz="2400" b="0" i="0" dirty="0">
                        <a:solidFill>
                          <a:schemeClr val="bg1"/>
                        </a:solidFill>
                        <a:latin typeface="Nunito Medium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Nunito Medium" pitchFamily="2" charset="77"/>
                          <a:ea typeface="+mn-ea"/>
                          <a:cs typeface="+mn-cs"/>
                        </a:rPr>
                        <a:t>Dsit</a:t>
                      </a: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Nunito Medium" pitchFamily="2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2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Nunito Medium" pitchFamily="2" charset="77"/>
                          <a:ea typeface="+mn-ea"/>
                          <a:cs typeface="+mn-cs"/>
                        </a:rPr>
                        <a:t>amet</a:t>
                      </a:r>
                      <a:endParaRPr lang="en-US" sz="2400" b="0" i="0" dirty="0">
                        <a:solidFill>
                          <a:schemeClr val="bg1"/>
                        </a:solidFill>
                        <a:latin typeface="Nunito Medium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Nunito Medium" pitchFamily="2" charset="77"/>
                          <a:ea typeface="+mn-ea"/>
                          <a:cs typeface="+mn-cs"/>
                        </a:rPr>
                        <a:t>Dsit</a:t>
                      </a: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Nunito Medium" pitchFamily="2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2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Nunito Medium" pitchFamily="2" charset="77"/>
                          <a:ea typeface="+mn-ea"/>
                          <a:cs typeface="+mn-cs"/>
                        </a:rPr>
                        <a:t>amet</a:t>
                      </a:r>
                      <a:endParaRPr lang="en-US" sz="2400" b="0" i="0" dirty="0">
                        <a:solidFill>
                          <a:schemeClr val="bg1"/>
                        </a:solidFill>
                        <a:latin typeface="Nunito Medium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Nunito Medium" pitchFamily="2" charset="77"/>
                          <a:ea typeface="+mn-ea"/>
                          <a:cs typeface="+mn-cs"/>
                        </a:rPr>
                        <a:t>Dsit</a:t>
                      </a: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Nunito Medium" pitchFamily="2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2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Nunito Medium" pitchFamily="2" charset="77"/>
                          <a:ea typeface="+mn-ea"/>
                          <a:cs typeface="+mn-cs"/>
                        </a:rPr>
                        <a:t>amet</a:t>
                      </a:r>
                      <a:endParaRPr lang="en-US" sz="2400" b="0" i="0" dirty="0">
                        <a:solidFill>
                          <a:schemeClr val="bg1"/>
                        </a:solidFill>
                        <a:latin typeface="Nunito Medium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Nunito Medium" pitchFamily="2" charset="77"/>
                          <a:ea typeface="+mn-ea"/>
                          <a:cs typeface="+mn-cs"/>
                        </a:rPr>
                        <a:t>Dsit</a:t>
                      </a: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Nunito Medium" pitchFamily="2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2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Nunito Medium" pitchFamily="2" charset="77"/>
                          <a:ea typeface="+mn-ea"/>
                          <a:cs typeface="+mn-cs"/>
                        </a:rPr>
                        <a:t>amet</a:t>
                      </a:r>
                      <a:endParaRPr lang="en-US" sz="2400" b="0" i="0" dirty="0">
                        <a:solidFill>
                          <a:schemeClr val="bg1"/>
                        </a:solidFill>
                        <a:latin typeface="Nunito Medium" pitchFamily="2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5543097"/>
                  </a:ext>
                </a:extLst>
              </a:tr>
              <a:tr h="571722"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Dsit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amet</a:t>
                      </a:r>
                      <a:endParaRPr lang="en-US" sz="1600" b="0" i="0" dirty="0">
                        <a:latin typeface="Nunito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Dsit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amet</a:t>
                      </a:r>
                      <a:endParaRPr lang="en-US" sz="1600" b="0" i="0" dirty="0">
                        <a:latin typeface="Nunito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Dsit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amet</a:t>
                      </a:r>
                      <a:endParaRPr lang="en-US" sz="1600" b="0" i="0" dirty="0">
                        <a:latin typeface="Nunito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Dsit amet</a:t>
                      </a:r>
                      <a:endParaRPr lang="en-US" sz="1600" b="0" i="0">
                        <a:latin typeface="Nunito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Dsit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amet</a:t>
                      </a:r>
                      <a:endParaRPr lang="en-US" sz="1600" b="0" i="0" dirty="0">
                        <a:latin typeface="Nunito" pitchFamily="2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7648357"/>
                  </a:ext>
                </a:extLst>
              </a:tr>
              <a:tr h="571722"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Dsit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amet</a:t>
                      </a:r>
                      <a:endParaRPr lang="en-US" sz="1600" b="0" i="0" dirty="0">
                        <a:latin typeface="Nunito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Dsit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amet</a:t>
                      </a:r>
                      <a:endParaRPr lang="en-US" sz="1600" b="0" i="0" dirty="0">
                        <a:latin typeface="Nunito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Dsit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amet</a:t>
                      </a:r>
                      <a:endParaRPr lang="en-US" sz="1600" b="0" i="0" dirty="0">
                        <a:latin typeface="Nunito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Dsit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amet</a:t>
                      </a:r>
                      <a:endParaRPr lang="en-US" sz="1600" b="0" i="0" dirty="0">
                        <a:latin typeface="Nunito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Dsit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amet</a:t>
                      </a:r>
                      <a:endParaRPr lang="en-US" sz="1600" b="0" i="0" dirty="0">
                        <a:latin typeface="Nunito" pitchFamily="2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857888"/>
                  </a:ext>
                </a:extLst>
              </a:tr>
              <a:tr h="571722"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Dsit amet</a:t>
                      </a:r>
                      <a:endParaRPr lang="en-US" sz="1600" b="0" i="0" dirty="0">
                        <a:latin typeface="Nunito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Dsit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amet</a:t>
                      </a:r>
                      <a:endParaRPr lang="en-US" sz="1600" b="0" i="0" dirty="0">
                        <a:latin typeface="Nunito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Dsit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amet</a:t>
                      </a:r>
                      <a:endParaRPr lang="en-US" sz="1600" b="0" i="0" dirty="0">
                        <a:latin typeface="Nunito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Dsit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amet</a:t>
                      </a:r>
                      <a:endParaRPr lang="en-US" sz="1600" b="0" i="0" dirty="0">
                        <a:latin typeface="Nunito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Dsit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amet</a:t>
                      </a:r>
                      <a:endParaRPr lang="en-US" sz="1600" b="0" i="0" dirty="0">
                        <a:latin typeface="Nunito" pitchFamily="2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1534855"/>
                  </a:ext>
                </a:extLst>
              </a:tr>
              <a:tr h="571722"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Dsit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amet</a:t>
                      </a:r>
                      <a:endParaRPr lang="en-US" sz="1600" b="0" i="0" dirty="0">
                        <a:latin typeface="Nunito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Dsit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amet</a:t>
                      </a:r>
                      <a:endParaRPr lang="en-US" sz="1600" b="0" i="0" dirty="0">
                        <a:latin typeface="Nunito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Dsit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amet</a:t>
                      </a:r>
                      <a:endParaRPr lang="en-US" sz="1600" b="0" i="0" dirty="0">
                        <a:latin typeface="Nunito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Dsit amet</a:t>
                      </a:r>
                      <a:endParaRPr lang="en-US" sz="1600" b="0" i="0">
                        <a:latin typeface="Nunito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Dsit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amet</a:t>
                      </a:r>
                      <a:endParaRPr lang="en-US" sz="1600" b="0" i="0" dirty="0">
                        <a:latin typeface="Nunito" pitchFamily="2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5295200"/>
                  </a:ext>
                </a:extLst>
              </a:tr>
              <a:tr h="571722"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Dsit amet</a:t>
                      </a:r>
                      <a:endParaRPr lang="en-US" sz="1600" b="0" i="0" dirty="0">
                        <a:latin typeface="Nunito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Dsit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amet</a:t>
                      </a:r>
                      <a:endParaRPr lang="en-US" sz="1600" b="0" i="0" dirty="0">
                        <a:latin typeface="Nunito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Dsit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amet</a:t>
                      </a:r>
                      <a:endParaRPr lang="en-US" sz="1600" b="0" i="0" dirty="0">
                        <a:latin typeface="Nunito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Dsit amet</a:t>
                      </a:r>
                      <a:endParaRPr lang="en-US" sz="1600" b="0" i="0">
                        <a:latin typeface="Nunito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Dsit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493356"/>
                          </a:solidFill>
                          <a:effectLst/>
                          <a:uLnTx/>
                          <a:uFillTx/>
                          <a:latin typeface="Nunito" pitchFamily="2" charset="77"/>
                          <a:ea typeface="+mn-ea"/>
                          <a:cs typeface="+mn-cs"/>
                        </a:rPr>
                        <a:t>amet</a:t>
                      </a:r>
                      <a:endParaRPr lang="en-US" sz="1600" b="0" i="0" dirty="0">
                        <a:latin typeface="Nunito" pitchFamily="2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2098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77298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0CEF1-DE4C-52E3-05C1-0AC017D529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Thank You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3BEF39-4F87-CF49-0C1F-9D59A2BE8E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pic>
        <p:nvPicPr>
          <p:cNvPr id="7" name="Picture Placeholder 6" descr="A picture containing text, vector graphics&#10;&#10;Description automatically generated">
            <a:extLst>
              <a:ext uri="{FF2B5EF4-FFF2-40B4-BE49-F238E27FC236}">
                <a16:creationId xmlns:a16="http://schemas.microsoft.com/office/drawing/2014/main" id="{45C0D3B1-7CEC-CC9D-D4AA-FACE50871092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6362" r="6362"/>
          <a:stretch>
            <a:fillRect/>
          </a:stretch>
        </p:blipFill>
        <p:spPr>
          <a:xfrm>
            <a:off x="6050280" y="1010022"/>
            <a:ext cx="6141720" cy="5130243"/>
          </a:xfr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D1C43-2011-A946-5B67-5701380D0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Template 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272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D">
      <a:dk1>
        <a:srgbClr val="493356"/>
      </a:dk1>
      <a:lt1>
        <a:srgbClr val="FFFFFF"/>
      </a:lt1>
      <a:dk2>
        <a:srgbClr val="414141"/>
      </a:dk2>
      <a:lt2>
        <a:srgbClr val="E7E6E6"/>
      </a:lt2>
      <a:accent1>
        <a:srgbClr val="3058A3"/>
      </a:accent1>
      <a:accent2>
        <a:srgbClr val="52CCF3"/>
      </a:accent2>
      <a:accent3>
        <a:srgbClr val="FCC062"/>
      </a:accent3>
      <a:accent4>
        <a:srgbClr val="EF5E33"/>
      </a:accent4>
      <a:accent5>
        <a:srgbClr val="493356"/>
      </a:accent5>
      <a:accent6>
        <a:srgbClr val="8A8A8A"/>
      </a:accent6>
      <a:hlink>
        <a:srgbClr val="0563C1"/>
      </a:hlink>
      <a:folHlink>
        <a:srgbClr val="1D448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>
            <a:solidFill>
              <a:schemeClr val="accent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9119</TotalTime>
  <Words>1934</Words>
  <Application>Microsoft Office PowerPoint</Application>
  <PresentationFormat>Widescreen</PresentationFormat>
  <Paragraphs>259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0" baseType="lpstr">
      <vt:lpstr>Apple SD Gothic Neo Regular</vt:lpstr>
      <vt:lpstr>Arial</vt:lpstr>
      <vt:lpstr>Arial Unicode MS</vt:lpstr>
      <vt:lpstr>Avenir Black</vt:lpstr>
      <vt:lpstr>Calibri</vt:lpstr>
      <vt:lpstr>Nunito</vt:lpstr>
      <vt:lpstr>Nunito Medium</vt:lpstr>
      <vt:lpstr>Nunito SemiBold</vt:lpstr>
      <vt:lpstr>System Font Regular</vt:lpstr>
      <vt:lpstr>Office Theme</vt:lpstr>
      <vt:lpstr>PowerPoint Presentation</vt:lpstr>
      <vt:lpstr>Presentation 1</vt:lpstr>
      <vt:lpstr>Presentation 2</vt:lpstr>
      <vt:lpstr>PowerPoint Presentation</vt:lpstr>
      <vt:lpstr>Layout Content</vt:lpstr>
      <vt:lpstr>PowerPoint Presentation</vt:lpstr>
      <vt:lpstr>PowerPoint Presentation</vt:lpstr>
      <vt:lpstr>PowerPoint Presentation</vt:lpstr>
      <vt:lpstr>Bullets &amp; Numbers</vt:lpstr>
      <vt:lpstr>PowerPoint Presentation</vt:lpstr>
      <vt:lpstr>PowerPoint Presentation</vt:lpstr>
      <vt:lpstr>PowerPoint Presentation</vt:lpstr>
      <vt:lpstr>PowerPoint Presentation</vt:lpstr>
      <vt:lpstr>Layout with Photos</vt:lpstr>
      <vt:lpstr>PowerPoint Presentation</vt:lpstr>
      <vt:lpstr>PowerPoint Presentation</vt:lpstr>
      <vt:lpstr>PowerPoint Presentation</vt:lpstr>
      <vt:lpstr>PowerPoint Presentation</vt:lpstr>
      <vt:lpstr>Features Layout</vt:lpstr>
      <vt:lpstr>PowerPoint Presentation</vt:lpstr>
      <vt:lpstr>PowerPoint Presentation</vt:lpstr>
      <vt:lpstr>PowerPoint Presentation</vt:lpstr>
      <vt:lpstr>PowerPoint Presentation</vt:lpstr>
      <vt:lpstr>Charts &amp; Table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Ann Vuong</dc:creator>
  <cp:lastModifiedBy>Rachel Contreras</cp:lastModifiedBy>
  <cp:revision>123</cp:revision>
  <dcterms:created xsi:type="dcterms:W3CDTF">2023-03-24T18:49:42Z</dcterms:created>
  <dcterms:modified xsi:type="dcterms:W3CDTF">2026-01-14T21:47:12Z</dcterms:modified>
</cp:coreProperties>
</file>