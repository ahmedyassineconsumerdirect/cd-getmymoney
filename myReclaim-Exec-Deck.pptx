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50292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in their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household balance, growing every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 — Accts Rec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CITIBANK N.A.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CA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$83.19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name: YASSINE AHMED · Irvine, CA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WHY WE'RE THE ONES TO BUILD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We already have the three hardest pieces.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member's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know who they are — name, addresses, DOB. Verified, consented, in our system today.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5904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C4C0B"/>
                </a:solidFill>
                <a:latin typeface="Open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matching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5904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Privacy Master already runs fuzzy + phonetic name matching at production scale. Same engine, new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5968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288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F4F9E"/>
                </a:solidFill>
                <a:latin typeface="Open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data 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288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Snowflake is paid for, secured, audited. Adding myReclaim is a new schema — not new infrastructure.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5080"/>
            <a:ext cx="11247120" cy="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Open Sans"/>
              </a:rPr>
              <a:t>Translation: every other player in this space has to build at least one of these from scratch. We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HOW WE GET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There's no MissingMoney API. We go state by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Open Sans"/>
              </a:rPr>
              <a:t>21 states ranked by data accessibility, member coverage, and legal posture. Four tiers, one playbook.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— ingest 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publishes a full CSV on sco.ca.gov, refreshed weekly.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required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/ department, plus ToS for caching and redisplay.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bulk. Surface in the UI, deep-link to the state's claim portal.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Don't ingest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explicitly forbids automation. WA prohibits commercial redistribution by statute.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state portals to the SmartCredit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State data
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CA bulk CSV
•  TX requested file
•  NY SFTP quarterly
•  GA registered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0896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377440"/>
            <a:ext cx="260604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044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S3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Versioned by date
•  ETag-aware fetch
•  Schema-change quarantine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3504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2606040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1F4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Snowflake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Snowpipe auto-ingest
•  NAUPA III canonical schema
•  dbt models · row lineage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6112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7260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Member identity → match
•  Results card list
•  State claim deep-link
•  Notification engine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Why Snowflake?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operate it. Adding myReclaim is a schema, not new infrastructure. Encryption, audit, dbt are already there.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REUSING WHAT WE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Our Privacy Master engine becomes the heart of myReclaim.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TODAY · Privacy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Fuzzy + phonetic name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Data-broker exposure 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"X brokers expose your info — Remove"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15000" y="393192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45262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4688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unclaimed money for the 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Privacy Master matcher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 — Claim"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Open Sans"/>
              </a:rPr>
              <a:t>The only new thing is the corpus. The plumbing is already in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Four ways we can deliver the money — pick the highest tier each state allows.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201168" cy="8869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Deep-link to state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40487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clicks Claim → state's official site opens with property pre-selected.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8803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All states with online claims  ·  Zero regulatory exposure  ·  Ships with Sprint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5786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SHIP NOW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4612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201168" cy="886968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3756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TIER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Browser-extension form-fill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36499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A SmartCredit extension auto-fills the state's claim form from the member's profile. Member still clicks Submit.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840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CA · TX · NY · IL · OH · PA · NJ  ·  FL excluded (ToS forbids automation)  ·  Member-driven, no auto-submit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538727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SPRINT 4-5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0624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06240"/>
            <a:ext cx="201168" cy="886968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9767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file the claim for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32511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registers as a claimant representative and submits paperwork on the member's behalf — high-value claims 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800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GA · OH · MI (registered finder regimes)  ·  Background-check + legal-review gated  ·  $500+ records only initially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4498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Q4 2026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66359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166359"/>
            <a:ext cx="201168" cy="8869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5779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TIER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3212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Direct API submission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28523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If a state ever exposes a claim-submission API, we wire it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760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No state offers this today  ·  Watch NAUPA / Kelmar evolution  ·  Opportunistic — not on roadmap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545896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WATCH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263640"/>
            <a:ext cx="11247120" cy="41148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Tier 2 is the breakthrough — "we found money" → "we filled the form" is what nobody else can 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First state live in ~6 weeks.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64592" cy="5852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1343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Sprint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328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California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CA ingest · Snowflake schema · matcher integration · alert 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16936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90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09544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Permission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09981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Texas data request · NY SFTP request · FL partnership conversations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93592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93592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666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862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Texas + New York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7647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NY SFTP ingest (quarterly) · TX file ingest if approved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70248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248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434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62856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Georgia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4453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CDR registration · background checks · legal approval · ingest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46904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46904"/>
            <a:ext cx="164592" cy="58521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Open Sans"/>
              </a:rPr>
              <a:t>Sprint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239512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Florida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51297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Partnership with registered claimant rep, OR written permission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2356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623560"/>
            <a:ext cx="164592" cy="5852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967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Ongoing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1616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Search-only 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IL · PA · NJ · SC · AL · LA · VA · AZ · MD · TN · MS · 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POSTURE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Free + deep-link = no new regulatory exposure.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FCRA-safe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Unclaimed-property search isn't a credit-reporting activity.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finder 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We don't take a fee on claims, so the 30-state finder regime doesn't apply.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new PII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Reuses identity records members already consented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977639"/>
            <a:ext cx="146304" cy="141732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B352"/>
                </a:solidFill>
                <a:latin typeface="Open San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data 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Restricted states are gated behind registration or skipped entirely.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3977639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files claims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is deep-linked to the state portal. We never hold claim funds.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3977639"/>
            <a:ext cx="146304" cy="141732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863C5"/>
                </a:solidFill>
                <a:latin typeface="Open San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Legal sign-off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state ingestion has a legal review gate before going live.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11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WHAT'S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Working prototype. Real California data. Running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38M+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records indexed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46888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in unclaimed property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468880"/>
            <a:ext cx="2697480" cy="137160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4F9E"/>
                </a:solidFill>
                <a:latin typeface="Open Sans"/>
              </a:rPr>
              <a:t>113s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bulk-load 34M rows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468880"/>
            <a:ext cx="2697480" cy="1371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52"/>
                </a:solidFill>
                <a:latin typeface="Open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of Ahmed's records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WHAT'S RUNNING 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Web app — SmartCredit-themed search UI with the new BETA visual language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56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Data — California State Controller bulk CSVs in DuckDB (Snowflake-shaped SQL)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486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Match service — pluggable Protocol; production swaps in Privacy Master matcher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4126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Admin page — real ingestion stats, file load history, row counts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Demo available now — ask any question, we'll search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12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Approve the program. Staff it. 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CDDFF"/>
                </a:solidFill>
                <a:latin typeface="Open Sans"/>
              </a:rPr>
              <a:t>RESOURCE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data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product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pen Sans"/>
              </a:rPr>
              <a:t>~6 weeks to first state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Open Sans"/>
              </a:rPr>
              <a:t>~6 months to top-10 state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DDFF"/>
                </a:solidFill>
                <a:latin typeface="Open Sans"/>
              </a:rPr>
              <a:t>No new infrastructure — Snowflake already paid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 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926080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926080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99923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 first-of-its-kind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No credit-monitoring competitor offers this.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730752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730752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803904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Retention 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114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found-money notification is a "wow" from 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535424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535424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Acquisition 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91947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unclaimed money. Free to find out."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340096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5340096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41324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Defensible moat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72414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12+ months of state work others would have to repeat.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C4C0B"/>
                </a:solidFill>
                <a:latin typeface="Open Sans"/>
              </a:rPr>
              <a:t>myReclaim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Open Sans"/>
              </a:rPr>
              <a:t>Let's go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Open Sans"/>
              </a:rPr>
              <a:t>Questions?  ·  Live demo?  ·  Sprint 1 starts Monday?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CDDFF"/>
                </a:solidFill>
                <a:latin typeface="Open Sans"/>
              </a:rPr>
              <a:t>Ahmed Yassine  ·  ahmed@consumerdirect.com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