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IS UNCLAIMED PROPERTY?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Open Sans"/>
              </a:rPr>
              <a:t>Money owed to you that the company holding it lost track 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11430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Open Sans"/>
              </a:rPr>
              <a:t>When a bank, employer, insurer, or utility can't reach the owner of an account or balance for a set period (typically 1–3 years), state law requires them to turn it over to the state. It sits there — in the owner's name — until someone claims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COMMON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Bank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Dormant savings, checking, CDs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Uncashed paychecks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Final wages, commissions, bonuses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Refunds &amp; 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Utility, rent, insurance,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2016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Investments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Stock dividends, matured bonds, IRAs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Nationwide: $70B+ sitting with state treasurers · ~33M Americans have property waiting (NAUPA, FY2024)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hand them off to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Deep-link to the official state claim portal with step-by-step instructions for filing.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~68% of SmartCredit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customer states cover ~68% of SmartCredit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23,166.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and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name+city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Records each (name + city) key returned. City filter shrinks the long tail of common-name collisions.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$240K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$710K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$143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1,602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$1.21M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643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$2.88M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$4,478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Likely real, large estates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11,958.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customers and $172M → $5.04M — the defensible floor before deeper PII matching.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