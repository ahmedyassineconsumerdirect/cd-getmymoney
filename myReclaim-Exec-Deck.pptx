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29,405 distinct customer names (from 30,862 active CA rows)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on de-duplicated customer names. Same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distinct names with at least one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29,405 distinct names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 (deduped)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$1.22M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$3.52M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$800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8,386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$173M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$20,673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$8K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$200K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4,297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10,289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$177M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$17,211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12,576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