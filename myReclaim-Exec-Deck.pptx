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IS UNCLAIMED PROPERTY?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Open Sans"/>
              </a:rPr>
              <a:t>Money owed to you that the company holding it lost track of.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11430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Open Sans"/>
              </a:rPr>
              <a:t>When a bank, employer, insurer, or utility can't reach the owner of an account or balance for a set period (typically 1–3 years), state law requires them to turn it over to the state. It sits there — in the owner's name — until someone claims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COMMON SOURCES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Bank accounts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Dormant savings, checking, CDs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9272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7872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Uncashed paychecks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Final wages, commissions, bonuses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1344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9944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Refunds &amp; deposits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Utility, rent, insurance, retail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3416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416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2016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Investments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2016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Stock dividends, matured bonds, IRAs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Nationwide: $70B+ sitting with state treasurers · ~33M Americans have property waiting (NAUPA, FY2024)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~68% of SmartCredit net actives (201,829 of 297,096).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48,436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Atty/CPA/PI rep path (Ch. 717). Bulk caching needs written DFS approval; portal manual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45,670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31,110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92.4M rows across 4 tiers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18,837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15,001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9,549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8,526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8,172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5,992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6126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 10 customer states cover ~68% of SmartCredit net actives (201,829 of 297,096).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635508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feed; Sprint 2 opens TX, NY, and GA pending state approval.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31,110 net actives CA · SmartCredit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Matching on name only.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23,166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matching name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74.5%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31,110 net actives CA · SmartCredit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$172M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Number of records each customer's name returned. Fewer records = more distinctive name = more likely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3,331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$219K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5,790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$1.19M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$205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$3.47M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$792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9,657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$167M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$17,329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23,166.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2,774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$9K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4,526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$198K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$1.06M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$245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11,549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$171M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$14,814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11,617 customers in the high-confidence buckets ($0–$499.99) map to ~$1.27M of likely-real CA unclaimed property.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NAME + CITY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31,110 net actives CA · SmartCredit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Matching on name and city.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11,958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name+city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38.4%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31,110 net actives CA · SmartCredit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69K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$5.04M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Records each (name + city) key returned. City filter shrinks the long tail of common-name collisions.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$240K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$710K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$143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1,602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$1.21M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643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$2.88M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$4,478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Likely real, large estates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11,958.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3,684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$11K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4,395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$174K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2,368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$534K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$225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1,511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$4.32M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$2,859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Adding city collapses 23,166 → 11,958 matched customers and $172M → $5.04M — the defensible floor before deeper PII matching.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