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 billion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is sitting in U.S. state treasuries — money our members are owed.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1 in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Americans has unclaimed property — about 33 million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value (median $100, mean ~$2,000)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credit-monitoring competitors offer this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waiting. We found it for you."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amount, type — laid out as cards.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claim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One click → official state claim portal.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MATCH FOUND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Holder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Reported in member's name · last known city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Claim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943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How we get the data — state by state, on a schedule.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There is no public MissingMoney API. Each state runs its own program. We sort 21 priority states into four ingest tiers based on what each state actually allows.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164592" cy="8229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27706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Public bulk download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28986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29352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59669"/>
                </a:solidFill>
                <a:latin typeface="Open Sans"/>
              </a:rPr>
              <a:t>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2461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California State Controller publishes the full database as zipped CSVs on sco.ca.gov, refreshed weekly. Already prototyped — 81M rows loaded.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204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520440"/>
            <a:ext cx="164592" cy="822960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368503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233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Permission / API access required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74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TX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346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NY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GA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49039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9039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OH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0" y="38130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FFB3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0" y="38496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B352"/>
                </a:solidFill>
                <a:latin typeface="Open Sans"/>
              </a:rPr>
              <a:t>MI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7440" y="41605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Formal request to the state treasurer or department. NY uses secure FTP (quarterly). GA requires CDR registration to receive the data file. TX requires a written request.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4348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34840"/>
            <a:ext cx="164592" cy="8229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77240" y="45994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377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Deep-link to state portal only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77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77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34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34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PA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1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NJ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49039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49039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SC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06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6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63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LA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20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VA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577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77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AZ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922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922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TN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9494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494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066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66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MO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63840" y="47274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63840" y="47640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64748B"/>
                </a:solidFill>
                <a:latin typeface="Open Sans"/>
              </a:rPr>
              <a:t>NC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7440" y="50749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feed. Surface the member's match — if any — by querying the state's public search and deep-linking to their claim portal.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7200" y="5349240"/>
            <a:ext cx="11247120" cy="822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57200" y="5349240"/>
            <a:ext cx="164592" cy="8229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77240" y="5513831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BLOCKED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" y="5852159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Do not ingest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3774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774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FL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8346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346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WA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91840" y="56418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635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291840" y="56784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E11D48"/>
                </a:solidFill>
                <a:latin typeface="Open Sans"/>
              </a:rPr>
              <a:t>UT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77440" y="5989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FL portal terms forbid automated access (rep-only via FL atty/CPA/PI). WA + UT statute prohibits commercial redistribution of the owner list.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accept online claim filings — that's our v1 path. When a state requires a notarized paper packet, we ship it via Lob (already in production for our credit-dispute mailers). Filing on the member's behalf is a regulatory unlock per state,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365760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90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15383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3891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268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We prepare the packet → state's official portal → user submits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0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03834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Claim ID + status updates back into SmartCredit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2120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982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Every state with online filing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235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6130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Ships Sprint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2697480"/>
            <a:ext cx="365760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60" y="269748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2990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3375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Lob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39776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215383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The member, but we generate + send the paper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3891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6268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Notarized claim packet → Lob → state mail intake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800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Asset reused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03834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Same Lob rail SmartCredit already uses for credit-bureau dispute letters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2120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544982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States that require notarized physical paperwork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6235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586130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Available now — no new vendor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2697480"/>
            <a:ext cx="365760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269748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5320" y="2990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33375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9776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215383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3891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Georgia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6268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CDR program (live Jul 2024). Searchable file + claim filing.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4800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Florida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503834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FL attorney, CPA, or licensed PI registered with the Dept.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52120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Ohio · Michigan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544982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Registered Finder / locator path.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56235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Fee cap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586130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GA caps reps at 30%. We charge $0.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615391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Open Sans"/>
              </a:rPr>
              <a:t>Members never pay. We never take a cut. Free is the regulatory shield and the brand promise.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1762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39572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224942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97479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97479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1635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77063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99008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84378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291839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291839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1071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364991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5844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Connect SmartCredit's existing identity matcher to the Snowflake corpus. Surface alerts in member dashboard.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0" y="343814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88620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886200"/>
            <a:ext cx="164592" cy="53949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00507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95935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shipped (with mail-packet fallback via Lob)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417880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 confirms a match → SmartCredit preps the packet → user submits via state portal. Lob handles physical packets where states require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0" y="403250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480560"/>
            <a:ext cx="164592" cy="53949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59943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5537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477316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Begin TX &amp; NY data requests. File Georgia CDR registration (first rep path). Open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0" y="462686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07492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074920"/>
            <a:ext cx="164592" cy="53949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19379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1480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Expand: more states, more states' worth of money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20" y="5367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TX + NY + GA online (data + claim filing). Browser-extension form-fill for member-driven submit. Quarterly state additions.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01200" y="522122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66928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669280"/>
            <a:ext cx="164592" cy="539496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578815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20" y="596188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First state-approved representative submission. "We found you money" becomes "we filed it for you."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01200" y="581558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/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