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~65% of the SmartCredit base (288,065 of 443,206).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~65% of the SmartCredit base (288,065 of 443,206).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30,931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Cohort: active SmartCredit customers (customerproductid=4, non-test) — 30,931 of the 44,222 total CA base. Customer-level counts via CUSTOMERTOKEN. Method: exact LAST FIRST match (CA's storage convention).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30,931 active CA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21,864.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