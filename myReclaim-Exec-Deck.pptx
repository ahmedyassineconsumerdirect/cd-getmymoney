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We matched 30,862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Method: exact name match (FIRST LAST or LAST FIRST) — same matching logic the prototype uses, run via the indexed equality path. The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21,864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possible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30,862 active CA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4.4M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matched property records across all tiers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$324M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882896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 returned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value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882896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138927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3,266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59669"/>
                </a:solidFill>
                <a:latin typeface="Open Sans"/>
              </a:rPr>
              <a:t>$239K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5138927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440679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5,788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59669"/>
                </a:solidFill>
                <a:latin typeface="Open Sans"/>
              </a:rPr>
              <a:t>$1.21M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5440679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42431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4,393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B352"/>
                </a:solidFill>
                <a:latin typeface="Open Sans"/>
              </a:rPr>
              <a:t>$3.50M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5742431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Open Sans"/>
              </a:rPr>
              <a:t>Mixed — needs review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6044183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456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8,417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612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64748B"/>
                </a:solidFill>
                <a:latin typeface="Open Sans"/>
              </a:rPr>
              <a:t>$319M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0" y="6044183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MATCHES BY TIER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Tier 04 ($500+) carries 53% of the value despite 2% of records.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Tier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948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Range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41080" y="4882896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882896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value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64748B"/>
                </a:solidFill>
                <a:latin typeface="Open Sans"/>
              </a:rPr>
              <a:t>Tier 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948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$0–$9.99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41080" y="5138927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2,283,461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5138927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64748B"/>
                </a:solidFill>
                <a:latin typeface="Open Sans"/>
              </a:rPr>
              <a:t>$5.8M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B352"/>
                </a:solidFill>
                <a:latin typeface="Open Sans"/>
              </a:rPr>
              <a:t>Tier 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948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$10–$99.99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41080" y="54406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1,622,140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54406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B352"/>
                </a:solidFill>
                <a:latin typeface="Open Sans"/>
              </a:rPr>
              <a:t>$57.9M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0936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C4C0B"/>
                </a:solidFill>
                <a:latin typeface="Open Sans"/>
              </a:rPr>
              <a:t>Tier 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6948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$100–$499.99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41080" y="5742431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425,201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5742431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C4C0B"/>
                </a:solidFill>
                <a:latin typeface="Open Sans"/>
              </a:rPr>
              <a:t>$87.5M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0936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863C5"/>
                </a:solidFill>
                <a:latin typeface="Open Sans"/>
              </a:rPr>
              <a:t>Tier 04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6948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$500+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41080" y="6044183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97,787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04120" y="6044183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863C5"/>
                </a:solidFill>
                <a:latin typeface="Open Sans"/>
              </a:rPr>
              <a:t>$173.1M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Even discounting common-name false positives, ~9,000 customers in the high-confidence bucket map to ~$1.5M of unclaimed property in CA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