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 billion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is sitting in U.S. state treasuries — money our members are owed.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1 in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Americans has unclaimed property — about 33 million people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value (median $100, mean ~$2,000)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credit-monitoring competitors offer this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$X waiting. We found it for you."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amount, type — laid out as cards.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claim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One click → official state claim portal.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MATCH FOUND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Holder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Reported in member's name · last known city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Claim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943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(atty/CPA/PI per Ch. 717) — manual portal lookups, no automation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Written data request + caching agreement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weekly — 81M rows already loaded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→ searchable data file (live Jul '24)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 feed; assisted e-file via iCash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PDFs only; not a clean feed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bulk; assisted e-file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bulk; assisted e-file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bulk; assisted e-file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287,765 customers (~70% of base). CA is the only fully bulk-ingestable state today.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Sprint 2 unlocks TX + NY + GA at bulk; FL needs a registered-rep partnership for manual access (no automation, but full data).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accept online claim filings — that's our v1 path. When a state requires a notarized paper packet, we ship it via ActionLetters (our existing letter-mailing service that already handles credit-dispute mailers). Filing on the member's behalf is a regulatory unlock per state,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365760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90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15383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3891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2686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We prepare the packet → state's official portal → user submits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06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03834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Claim ID + status updates back into SmartCredit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21208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982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Every state with online filing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2356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6130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Ships Sprint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2697480"/>
            <a:ext cx="365760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51960" y="269748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2990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33756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3977639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215383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The member, but we generate + send the paper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3891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62686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Notarized claim packet → ActionLetters → state mail intake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8006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Asset reused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03834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Same ActionLetters rail SmartCredit uses for credit-bureau dispute letters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21208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544982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States that require notarized physical paperwork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62356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586130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Available now — no new vendor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2697480"/>
            <a:ext cx="365760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269748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5320" y="2990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333756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3977639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4215383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3891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Georgia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62686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CDR program (live Jul 2024). Searchable file + claim filing.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5320" y="48006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Florida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503834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Registered FL atty/CPA/PI per Ch. 717. Same rep can pull data manually.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521208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Ohio · Michigan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544982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Registered Finder / locator path.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562356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Fee cap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586130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GA caps reps at 30%. We charge $0.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6153912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Open Sans"/>
              </a:rPr>
              <a:t>Members never pay. We never take a cut. Free is the regulatory shield and the brand promise.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2199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1762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39572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224942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97479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97479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1635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77063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299008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84378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291839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291839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1071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364991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35844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Connect SmartCredit's existing identity matcher to the Snowflake corpus. Surface alerts in member dashboard.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0" y="343814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88620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886200"/>
            <a:ext cx="164592" cy="53949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00507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95935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shipped (with ActionLetters mail-packet fallback)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417880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 confirms a match → SmartCredit preps the packet → user submits via state portal. ActionLetters handles physical packets where states require 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0" y="403250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480560"/>
            <a:ext cx="164592" cy="53949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59943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45537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477316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Begin TX &amp; NY data requests. File Georgia CDR registration (first rep path). Open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01200" y="462686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07492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074920"/>
            <a:ext cx="164592" cy="53949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19379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1480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Expand: more states, more states' worth of money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20" y="53675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TX + NY + GA online (data + claim filing). Browser-extension form-fill for member-driven submit. Quarterly state additions.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01200" y="522122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66928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669280"/>
            <a:ext cx="164592" cy="539496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578815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20" y="596188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First state-approved representative submission. "We found you money" becomes "we filed it for you."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01200" y="581558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/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