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— about 33 million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value (median $100, mean ~$2,000)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How we get the data — state by state, on a schedule.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There is no public MissingMoney API. Each state runs its own program. We sort 21 priority states into four ingest tiers based on what each state actually allows.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164592" cy="822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770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Public bulk download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2898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9352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Open Sans"/>
              </a:rPr>
              <a:t>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246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California State Controller publishes the full database as zipped CSVs on sco.ca.gov, refreshed weekly. Already prototyped — 81M rows loaded.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204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0440"/>
            <a:ext cx="164592" cy="8229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36850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23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Permission / API access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74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TX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NY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9039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OH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160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Formal request to the state treasurer or department. NY uses secure FTP (quarterly). GA requires CDR registration to receive the data file. TX requires a written request.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4348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164592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" y="45994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377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Deep-link to state portal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77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34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PA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NJ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49039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SC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06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LA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VA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77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AZ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TN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949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06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63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7440" y="5074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feed. Surface the member's match — if any — by querying the state's public search and deep-linking to their claim portal.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349240"/>
            <a:ext cx="164592" cy="822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7240" y="55138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8521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Do not ingest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774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774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FL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8346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346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WA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40" y="5989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portal terms forbid automated access. WA statute prohibits commercial redistribution of the unclaimed-property owner 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The next unlock is regulatory, not technical.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Every major state already accepts online claim filings. To file on the member's behalf — instead of handing them off — we need state-approved representative status. The code takes days. The state approval is the program.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Deep-link to state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We surface the match → click → state's official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Every state with online filing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None — zero regulatory exposure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Ships with Sprint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60" y="269748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 — we file for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Register under each state's claimant-rep regime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Coverage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Per-state. Each registration is a deal of its own.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Regulated. Background checks. Annual renewals.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2697480"/>
            <a:ext cx="3657600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4C0B"/>
                </a:solidFill>
                <a:latin typeface="Open Sans"/>
              </a:rPr>
              <a:t>WHERE WE START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Three concrete state programs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Georgia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CDR program (live since Jul 2024). Registered reps get a searchable data file and can file claims for the member.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Florida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Reps must be FL attorney, CPA, or licensed PI registered with the Department. Smaller pool, stricter.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Ohio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Registered Professional Finder path. Regulator-administered.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Fee cap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GA caps third-party fees at 30% of recovery. We charge $0.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612648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19963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Open Sans"/>
              </a:rPr>
              <a:t>Members never pay. We never take a cut. Free is the regulatory shield and the brand promise.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762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9572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2494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9747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9747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1635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7706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99008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8437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9183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9183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1071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364991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5844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Connect SmartCredit's existing identity matcher to the Snowflake corpus. Surface alerts in member dashboard.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343814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164592" cy="53949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00507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95935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Deep-link claim flow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417880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 clicks Claim → state portal opens. Zero regulatory exposure. First retention signal lands.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403250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8056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59943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5537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477316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Begin TX &amp; NY data requests. File Georgia CDR registration (first rep path). Open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462686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749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7492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19379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1480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Expand: more states, more states' worth of money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367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TX + NY + GA online (data + claim filing). Browser-extension form-fill for member-driven submit. Quarterly state additions.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52212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66928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669280"/>
            <a:ext cx="164592" cy="539496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78815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59618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First state-approved representative submission. "We found you money" becomes "we filed it for you."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58155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/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